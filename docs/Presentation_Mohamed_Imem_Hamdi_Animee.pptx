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05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9144000" cy="5143500"/>
  <p:embeddedFontLst>
    <p:embeddedFont>
      <p:font typeface="Alegreya" panose="020B0604020202020204" charset="0"/>
      <p:bold r:id="rId31"/>
    </p:embeddedFont>
    <p:embeddedFont>
      <p:font typeface="Dosis" pitchFamily="2" charset="0"/>
      <p:regular r:id="rId32"/>
      <p:bold r:id="rId33"/>
    </p:embeddedFont>
    <p:embeddedFont>
      <p:font typeface="Dosis-demi_bold" panose="020B0604020202020204" charset="0"/>
      <p:regular r:id="rId34"/>
    </p:embeddedFont>
    <p:embeddedFont>
      <p:font typeface="Old Standard TT" panose="020B0604020202020204" charset="0"/>
      <p:bold r:id="rId35"/>
    </p:embeddedFont>
    <p:embeddedFont>
      <p:font typeface="Yanone Kaffeesatz" panose="020B0604020202020204" charset="0"/>
      <p:regular r:id="rId36"/>
    </p:embeddedFont>
  </p:embeddedFontLst>
  <p:custDataLst>
    <p:tags r:id="rId37"/>
  </p:custData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015A476-CBD8-4FBB-BAFC-373ED0A33327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4"/>
              </a:solidFill>
            </a:ln>
          </a:left>
          <a:right>
            <a:ln w="12700">
              <a:solidFill>
                <a:schemeClr val="accent4"/>
              </a:solidFill>
            </a:ln>
          </a:right>
          <a:top>
            <a:ln w="12700">
              <a:solidFill>
                <a:schemeClr val="accent4"/>
              </a:solidFill>
            </a:ln>
          </a:top>
          <a:bottom>
            <a:ln w="12700">
              <a:solidFill>
                <a:schemeClr val="accent4"/>
              </a:solidFill>
            </a:ln>
          </a:bottom>
          <a:insideH>
            <a:ln w="12700">
              <a:solidFill>
                <a:schemeClr val="accent4"/>
              </a:solidFill>
            </a:ln>
          </a:insideH>
          <a:insideV>
            <a:ln w="12700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19999"/>
            </a:schemeClr>
          </a:solidFill>
        </a:fill>
      </a:tcStyle>
    </a:band1H>
    <a:band1V>
      <a:tcStyle>
        <a:tcBdr/>
        <a:fill>
          <a:solidFill>
            <a:schemeClr val="accent4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126" autoAdjust="0"/>
  </p:normalViewPr>
  <p:slideViewPr>
    <p:cSldViewPr>
      <p:cViewPr>
        <p:scale>
          <a:sx n="75" d="100"/>
          <a:sy n="75" d="100"/>
        </p:scale>
        <p:origin x="114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1.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5–8.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14–15.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17–18.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18–22.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18, 21–22.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19–20.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21.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27–32.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27.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27–28.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29.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31–32.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29–30.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33–34.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22–24.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33–34.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37–40.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81–84.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80–84.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45–84.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41–43, 80.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r>
              <a:rPr lang="fr-FR"/>
              <a:t>Source : Mohamed Imem Hamdi, Design and Development of a Sensor-Monitoring System, année 2025–2026. Pages PDF 85–87.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: Mohamed Imem Hamdi, Design and Development of a Sensor-Monitoring System, année 2025–2026. Pages PDF 17.</a:t>
            </a:r>
          </a:p>
        </p:txBody>
      </p:sp>
    </p:spTree>
  </p:cSld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: Mohamed Imem Hamdi, Design and Development of a Sensor-Monitoring System, année 2025–2026. Pages PDF 21–22.</a:t>
            </a:r>
          </a:p>
        </p:txBody>
      </p:sp>
    </p:spTree>
  </p:cSld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: Mohamed Imem Hamdi, Design and Development of a Sensor-Monitoring System, année 2025–2026. Pages PDF 78–80.</a:t>
            </a:r>
          </a:p>
        </p:txBody>
      </p:sp>
    </p:spTree>
  </p:cSld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: Mohamed Imem Hamdi, Design and Development of a Sensor-Monitoring System, année 2025–2026. Pages PDF 85–87.</a:t>
            </a:r>
          </a:p>
        </p:txBody>
      </p:sp>
    </p:spTree>
  </p:cSld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: Mohamed Imem Hamdi, Design and Development of a Sensor-Monitoring System, année 2025–2026. Pages PDF 1, 23.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>
            <a:extLst>
              <a:ext uri="{A8115263-BCFE-4AA3-9A69-E474ADC82AF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022612-6310-426C-87B2-68929253D078}"/>
              </a:ext>
            </a:extLst>
          </p:cNvPr>
          <p:cNvSpPr>
            <a:spLocks noGrp="1"/>
          </p:cNvSpPr>
          <p:nvPr>
            <p:ph type="pic"/>
          </p:nvPr>
        </p:nvSpPr>
        <p:spPr>
          <a:xfrm>
            <a:off x="4000638" y="0"/>
            <a:ext cx="5143362" cy="5143500"/>
          </a:xfrm>
          <a:custGeom>
            <a:avLst/>
            <a:gdLst/>
            <a:ahLst/>
            <a:cxnLst/>
            <a:rect l="0" t="0" r="r" b="b"/>
            <a:pathLst>
              <a:path w="6857817" h="6858000">
                <a:moveTo>
                  <a:pt x="870777" y="0"/>
                </a:moveTo>
                <a:lnTo>
                  <a:pt x="6857816" y="0"/>
                </a:lnTo>
                <a:lnTo>
                  <a:pt x="6857816" y="6366966"/>
                </a:lnTo>
                <a:lnTo>
                  <a:pt x="6801334" y="6404265"/>
                </a:lnTo>
                <a:cubicBezTo>
                  <a:pt x="6567602" y="6551152"/>
                  <a:pt x="6319218" y="6676866"/>
                  <a:pt x="6058874" y="6778718"/>
                </a:cubicBezTo>
                <a:lnTo>
                  <a:pt x="5835532" y="6858000"/>
                </a:lnTo>
                <a:lnTo>
                  <a:pt x="3047519" y="6858000"/>
                </a:lnTo>
                <a:lnTo>
                  <a:pt x="2952626" y="6826788"/>
                </a:lnTo>
                <a:cubicBezTo>
                  <a:pt x="1231940" y="6214748"/>
                  <a:pt x="0" y="4571781"/>
                  <a:pt x="0" y="2641078"/>
                </a:cubicBezTo>
                <a:cubicBezTo>
                  <a:pt x="0" y="1721240"/>
                  <a:pt x="279629" y="866712"/>
                  <a:pt x="758517" y="157865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rtlCol="0" anchor="ctr">
            <a:noAutofit/>
          </a:bodyPr>
          <a:lstStyle>
            <a:lvl1pPr marL="0" lvl="0" indent="0" algn="ctr">
              <a:buNone/>
              <a:defRPr lang="en-US" baseline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" name="Subtitle 2">
            <a:extLst>
              <a:ext uri="{ED2D9B16-4AD3-4059-AEFB-50B08E624D0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C497D83-0FD1-4FCA-BF45-42606F4E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878" y="2651070"/>
            <a:ext cx="3321823" cy="1241821"/>
          </a:xfrm>
        </p:spPr>
        <p:txBody>
          <a:bodyPr vert="horz" lIns="0" tIns="0" rIns="0" bIns="0" rtlCol="0">
            <a:noAutofit/>
          </a:bodyPr>
          <a:lstStyle>
            <a:lvl1pPr marL="0" lvl="0" indent="0" algn="l">
              <a:lnSpc>
                <a:spcPct val="150000"/>
              </a:lnSpc>
              <a:buNone/>
              <a:defRPr lang="en-US" sz="1400" b="0" i="0" dirty="0">
                <a:solidFill>
                  <a:schemeClr val="tx1"/>
                </a:solidFill>
                <a:latin typeface="+mn-lt"/>
              </a:defRPr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Add description</a:t>
            </a:r>
          </a:p>
        </p:txBody>
      </p:sp>
      <p:sp>
        <p:nvSpPr>
          <p:cNvPr id="4" name="Oval 4">
            <a:extLst>
              <a:ext uri="{AC4108C7-7374-4801-883D-E5DBE79B92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83D456B-11F1-445D-801C-D7619CF16FA5}"/>
              </a:ext>
            </a:extLst>
          </p:cNvPr>
          <p:cNvSpPr/>
          <p:nvPr userDrawn="1"/>
        </p:nvSpPr>
        <p:spPr>
          <a:xfrm>
            <a:off x="3278169" y="3943350"/>
            <a:ext cx="1032436" cy="103243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Oval 6">
            <a:extLst>
              <a:ext uri="{4FB4B116-A42D-49E3-8C40-8011058FF97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CAC8BE0-3DE2-45FF-A5F8-5F1882A8BED3}"/>
              </a:ext>
            </a:extLst>
          </p:cNvPr>
          <p:cNvSpPr/>
          <p:nvPr userDrawn="1"/>
        </p:nvSpPr>
        <p:spPr>
          <a:xfrm>
            <a:off x="169841" y="158652"/>
            <a:ext cx="243233" cy="243233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6" name="Title 3">
            <a:extLst>
              <a:ext uri="{FB1ABA05-E27F-43D4-A2E6-B8B143F34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69C9F6-8441-4841-9303-4930BA19151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48878" y="401886"/>
            <a:ext cx="3321823" cy="1978819"/>
          </a:xfrm>
          <a:noFill/>
        </p:spPr>
        <p:txBody>
          <a:bodyPr vert="horz" lIns="0" tIns="0" rIns="0" bIns="0" rtlCol="0" anchor="b">
            <a:noAutofit/>
          </a:bodyPr>
          <a:lstStyle>
            <a:lvl1pPr lvl="0">
              <a:lnSpc>
                <a:spcPct val="100000"/>
              </a:lnSpc>
              <a:defRPr lang="en-US" sz="4200" spc="150" baseline="0" dirty="0">
                <a:solidFill>
                  <a:srgbClr val="007FD6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Date Placeholder 1">
            <a:extLst>
              <a:ext uri="{2D32B65E-B3CC-4438-8F60-3C19B1ACC02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DE063A-13EE-49B4-B8C9-94C7C38217C9}"/>
              </a:ext>
            </a:extLst>
          </p:cNvPr>
          <p:cNvSpPr>
            <a:spLocks noGrp="1"/>
          </p:cNvSpPr>
          <p:nvPr>
            <p:ph type="dt" sz="half" idx="3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8" name="Footer Placeholder 1">
            <a:extLst>
              <a:ext uri="{07940589-39D3-471E-BC33-2B3A808F644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CC2C11-4FDD-450D-AA80-DB008D23F0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  <p:sp>
        <p:nvSpPr>
          <p:cNvPr id="9" name="Slide Number Placeholder 1">
            <a:extLst>
              <a:ext uri="{32636E8A-20E8-4113-856F-605B69CC43D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6517CB5-9DA1-4C6E-86B2-99AB1A170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‹N°›</a:t>
            </a:r>
            <a:endParaRPr lang="en-US" dirty="0"/>
          </a:p>
        </p:txBody>
      </p:sp>
    </p:spTree>
    <p:extLst>
      <p:ext uri="{17E70F3B-A702-4F6E-9DA6-7AD1AB3614F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7">
            <a:extLst>
              <a:ext uri="{8CD7FB67-AFDB-4D1A-891A-3535EE54AA6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78E2687-1077-4F8C-8F5C-3F9040E875AA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cxnSp>
        <p:nvCxnSpPr>
          <p:cNvPr id="3" name="Straight Connector 56">
            <a:extLst>
              <a:ext uri="{F7BE8A20-EAE8-411A-B833-F22DCF0621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B424FE-9D3C-4E99-B57F-78D189A3E97C}"/>
              </a:ext>
            </a:extLst>
          </p:cNvPr>
          <p:cNvCxnSpPr/>
          <p:nvPr/>
        </p:nvCxnSpPr>
        <p:spPr>
          <a:xfrm flipV="1">
            <a:off x="6625263" y="1949924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57">
            <a:extLst>
              <a:ext uri="{83ED22CA-3C93-41D4-B97F-281AD100E9E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862435F-4F2D-46F1-9491-FC8B9E279B70}"/>
              </a:ext>
            </a:extLst>
          </p:cNvPr>
          <p:cNvCxnSpPr/>
          <p:nvPr/>
        </p:nvCxnSpPr>
        <p:spPr>
          <a:xfrm flipH="1" flipV="1">
            <a:off x="7999303" y="2932488"/>
            <a:ext cx="8889" cy="639164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54">
            <a:extLst>
              <a:ext uri="{12B8187E-9220-4BBC-99FA-757D9588635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F9BA99-B610-4FD9-9971-A89063F983DB}"/>
              </a:ext>
            </a:extLst>
          </p:cNvPr>
          <p:cNvCxnSpPr/>
          <p:nvPr/>
        </p:nvCxnSpPr>
        <p:spPr>
          <a:xfrm flipV="1">
            <a:off x="3870438" y="1949924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5">
            <a:extLst>
              <a:ext uri="{6DD38521-8082-4A85-8367-603DF0FDCF4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57E2024-5A20-468D-A558-B9529C5D90AB}"/>
              </a:ext>
            </a:extLst>
          </p:cNvPr>
          <p:cNvCxnSpPr/>
          <p:nvPr/>
        </p:nvCxnSpPr>
        <p:spPr>
          <a:xfrm flipH="1" flipV="1">
            <a:off x="5244478" y="3075141"/>
            <a:ext cx="2293" cy="496511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0">
            <a:extLst>
              <a:ext uri="{B59257DB-6CC9-43B3-B81E-6DE0C1351F8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EE039B-3D0D-4DA0-9135-6FF331D7DC28}"/>
              </a:ext>
            </a:extLst>
          </p:cNvPr>
          <p:cNvCxnSpPr>
            <a:stCxn id="10" idx="0"/>
          </p:cNvCxnSpPr>
          <p:nvPr/>
        </p:nvCxnSpPr>
        <p:spPr>
          <a:xfrm flipH="1" flipV="1">
            <a:off x="1127238" y="1949924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BEB7B17F-9979-49A0-B81C-A176ECA513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24E68BE-560F-45E3-8746-BAC784AA23E7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9" name="Title Placeholder 1">
            <a:extLst>
              <a:ext uri="{BCD0606B-69A6-4155-B679-522F14C583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2941D8-E711-42A5-B061-ED2B1924491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6" y="216693"/>
            <a:ext cx="7290196" cy="602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0" name="Oval 13">
            <a:extLst>
              <a:ext uri="{33386FE2-3AD6-4918-8BFB-B8C6A9F995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73FD5E-8356-43D7-A434-46BDEA4AB8DC}"/>
              </a:ext>
            </a:extLst>
          </p:cNvPr>
          <p:cNvSpPr>
            <a:spLocks noChangeAspect="1"/>
          </p:cNvSpPr>
          <p:nvPr userDrawn="1"/>
        </p:nvSpPr>
        <p:spPr>
          <a:xfrm>
            <a:off x="797123" y="2430672"/>
            <a:ext cx="660232" cy="660232"/>
          </a:xfrm>
          <a:prstGeom prst="ellipse">
            <a:avLst/>
          </a:prstGeom>
          <a:solidFill>
            <a:srgbClr val="007F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3200" b="0" i="0" dirty="0">
                <a:latin typeface="Dosis"/>
              </a:rPr>
              <a:t>1</a:t>
            </a:r>
          </a:p>
        </p:txBody>
      </p:sp>
      <p:sp>
        <p:nvSpPr>
          <p:cNvPr id="11" name="Oval 22">
            <a:extLst>
              <a:ext uri="{58B97AA1-3461-4D50-9847-892A8010CAE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8490DB-050C-4025-BEE2-395C55EB63F8}"/>
              </a:ext>
            </a:extLst>
          </p:cNvPr>
          <p:cNvSpPr>
            <a:spLocks noChangeAspect="1"/>
          </p:cNvSpPr>
          <p:nvPr userDrawn="1"/>
        </p:nvSpPr>
        <p:spPr>
          <a:xfrm>
            <a:off x="2192520" y="2489473"/>
            <a:ext cx="542629" cy="542629"/>
          </a:xfrm>
          <a:prstGeom prst="ellipse">
            <a:avLst/>
          </a:prstGeom>
          <a:solidFill>
            <a:srgbClr val="007F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3200" b="0" i="0" dirty="0">
                <a:latin typeface="Dosis"/>
              </a:rPr>
              <a:t>2</a:t>
            </a:r>
          </a:p>
        </p:txBody>
      </p:sp>
      <p:sp>
        <p:nvSpPr>
          <p:cNvPr id="12" name="Oval 23">
            <a:extLst>
              <a:ext uri="{FFA5E33E-2DA9-48AD-9483-C9498743285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617B0E-50A9-42F6-9D3C-8A12AE0FC59B}"/>
              </a:ext>
            </a:extLst>
          </p:cNvPr>
          <p:cNvSpPr>
            <a:spLocks noChangeAspect="1"/>
          </p:cNvSpPr>
          <p:nvPr userDrawn="1"/>
        </p:nvSpPr>
        <p:spPr>
          <a:xfrm>
            <a:off x="3470314" y="2355788"/>
            <a:ext cx="810000" cy="810000"/>
          </a:xfrm>
          <a:prstGeom prst="ellipse">
            <a:avLst/>
          </a:prstGeom>
          <a:solidFill>
            <a:srgbClr val="007F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3200" b="0" i="0" dirty="0">
                <a:latin typeface="Dosis"/>
              </a:rPr>
              <a:t>3</a:t>
            </a:r>
          </a:p>
        </p:txBody>
      </p:sp>
      <p:sp>
        <p:nvSpPr>
          <p:cNvPr id="13" name="Oval 24">
            <a:extLst>
              <a:ext uri="{6E3FC4AD-6D46-4DE6-A719-7B20BAF71B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4645C40-0E16-4A32-AD2A-9CEC6FADB9A4}"/>
              </a:ext>
            </a:extLst>
          </p:cNvPr>
          <p:cNvSpPr>
            <a:spLocks noChangeAspect="1"/>
          </p:cNvSpPr>
          <p:nvPr userDrawn="1"/>
        </p:nvSpPr>
        <p:spPr>
          <a:xfrm>
            <a:off x="4919235" y="2430672"/>
            <a:ext cx="660232" cy="660232"/>
          </a:xfrm>
          <a:prstGeom prst="ellipse">
            <a:avLst/>
          </a:prstGeom>
          <a:solidFill>
            <a:srgbClr val="007F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3200" b="0" i="0" dirty="0">
                <a:latin typeface="Dosis"/>
              </a:rPr>
              <a:t>4</a:t>
            </a:r>
          </a:p>
        </p:txBody>
      </p:sp>
      <p:sp>
        <p:nvSpPr>
          <p:cNvPr id="14" name="Oval 25">
            <a:extLst>
              <a:ext uri="{0F164E04-FA32-40E9-A457-2E5D4C32CB8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FF0387-25D1-4713-BBF1-B472F0031AB0}"/>
              </a:ext>
            </a:extLst>
          </p:cNvPr>
          <p:cNvSpPr>
            <a:spLocks noChangeAspect="1"/>
          </p:cNvSpPr>
          <p:nvPr userDrawn="1"/>
        </p:nvSpPr>
        <p:spPr>
          <a:xfrm>
            <a:off x="6137246" y="2274645"/>
            <a:ext cx="972286" cy="972286"/>
          </a:xfrm>
          <a:prstGeom prst="ellipse">
            <a:avLst/>
          </a:prstGeom>
          <a:solidFill>
            <a:srgbClr val="007F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3200" b="0" i="0" dirty="0">
                <a:latin typeface="Dosis"/>
              </a:rPr>
              <a:t>5</a:t>
            </a:r>
          </a:p>
        </p:txBody>
      </p:sp>
      <p:sp>
        <p:nvSpPr>
          <p:cNvPr id="15" name="Oval 26">
            <a:extLst>
              <a:ext uri="{44781467-6076-42C3-9B1B-06E7FE7A6DF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6FB65E8-B94C-40E7-814E-F5D200DE10CF}"/>
              </a:ext>
            </a:extLst>
          </p:cNvPr>
          <p:cNvSpPr>
            <a:spLocks noChangeAspect="1"/>
          </p:cNvSpPr>
          <p:nvPr userDrawn="1"/>
        </p:nvSpPr>
        <p:spPr>
          <a:xfrm>
            <a:off x="7681374" y="2444733"/>
            <a:ext cx="632108" cy="632109"/>
          </a:xfrm>
          <a:prstGeom prst="ellipse">
            <a:avLst/>
          </a:prstGeom>
          <a:solidFill>
            <a:srgbClr val="007F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3200" b="0" i="0" dirty="0">
                <a:latin typeface="Dosis"/>
              </a:rPr>
              <a:t>6</a:t>
            </a:r>
          </a:p>
        </p:txBody>
      </p:sp>
      <p:sp>
        <p:nvSpPr>
          <p:cNvPr id="16" name="Text Placeholder 4">
            <a:extLst>
              <a:ext uri="{032BFE86-116C-4020-BDB2-6EBB7AF603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948A1BD-E4A6-4F80-BEF5-12005C40958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600171" y="3953827"/>
            <a:ext cx="1742507" cy="601839"/>
          </a:xfrm>
        </p:spPr>
        <p:txBody>
          <a:bodyPr vert="horz" lIns="0" tIns="0" rIns="0" bIns="0" rtlCol="0">
            <a:noAutofit/>
          </a:bodyPr>
          <a:lstStyle>
            <a:lvl1pPr marL="0" lvl="0" indent="0" algn="ctr"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17" name="Text Placeholder 4">
            <a:extLst>
              <a:ext uri="{BA6D2228-323B-4BF5-8FA9-E0CF1BB8F3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5B8A828-A9A9-4806-9C1D-D8F28B51604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592580" y="3571652"/>
            <a:ext cx="1742507" cy="312438"/>
          </a:xfrm>
        </p:spPr>
        <p:txBody>
          <a:bodyPr vert="horz" lIns="0" tIns="0" rIns="0" bIns="0" rtlCol="0" anchor="b">
            <a:noAutofit/>
          </a:bodyPr>
          <a:lstStyle>
            <a:lvl1pPr marL="0" lvl="0" indent="0" algn="ctr">
              <a:buNone/>
              <a:defRPr lang="en-US" sz="1400" b="1" dirty="0">
                <a:latin typeface="+mn-lt"/>
              </a:defRPr>
            </a:lvl1pPr>
          </a:lstStyle>
          <a:p>
            <a:r>
              <a:rPr lang="en-US" dirty="0"/>
              <a:t>Item</a:t>
            </a:r>
          </a:p>
        </p:txBody>
      </p:sp>
      <p:sp>
        <p:nvSpPr>
          <p:cNvPr id="18" name="Text Placeholder 4">
            <a:extLst>
              <a:ext uri="{BFE1C2E9-94D8-48F9-84BC-B96B192B20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6553413-3CFC-4F5B-8881-215B6DED366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07061" y="1015279"/>
            <a:ext cx="1742507" cy="604799"/>
          </a:xfrm>
        </p:spPr>
        <p:txBody>
          <a:bodyPr vert="horz" lIns="0" tIns="0" rIns="0" bIns="0" rtlCol="0" anchor="b">
            <a:noAutofit/>
          </a:bodyPr>
          <a:lstStyle>
            <a:lvl1pPr marL="0" lvl="0" indent="0" algn="ctr"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19" name="Text Placeholder 4">
            <a:extLst>
              <a:ext uri="{13F50AC2-2126-41A8-8B0A-EDD572EBAA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D25C51-9ACF-4364-9BBB-7A1A4E127BD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99468" y="1668459"/>
            <a:ext cx="1742507" cy="281464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ctr">
              <a:buNone/>
              <a:defRPr lang="en-US" sz="1400" b="1" dirty="0">
                <a:latin typeface="+mn-lt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Text Placeholder 4">
            <a:extLst>
              <a:ext uri="{6AD3FF20-7A36-477C-8E91-AEFFF343560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DC6D5F9-835D-4E32-89A3-EAA02FB64AB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75518" y="3953827"/>
            <a:ext cx="1742507" cy="601839"/>
          </a:xfrm>
        </p:spPr>
        <p:txBody>
          <a:bodyPr vert="horz" lIns="0" tIns="0" rIns="0" bIns="0" rtlCol="0">
            <a:noAutofit/>
          </a:bodyPr>
          <a:lstStyle>
            <a:lvl1pPr marL="0" lvl="0" indent="0" algn="ctr"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21" name="Text Placeholder 4">
            <a:extLst>
              <a:ext uri="{DF01D3B8-C88C-43A7-8562-3DCD0BED7E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EF52ACA-1A56-4778-93B4-F79B90597BD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375518" y="3571652"/>
            <a:ext cx="1742507" cy="312438"/>
          </a:xfrm>
        </p:spPr>
        <p:txBody>
          <a:bodyPr vert="horz" lIns="0" tIns="0" rIns="0" bIns="0" rtlCol="0" anchor="b">
            <a:noAutofit/>
          </a:bodyPr>
          <a:lstStyle>
            <a:lvl1pPr marL="0" lvl="0" indent="0" algn="ctr">
              <a:buNone/>
              <a:defRPr lang="en-US" sz="1400" b="1" dirty="0">
                <a:latin typeface="+mn-lt"/>
              </a:defRPr>
            </a:lvl1pPr>
          </a:lstStyle>
          <a:p>
            <a:r>
              <a:rPr lang="en-US" dirty="0"/>
              <a:t>Item</a:t>
            </a:r>
          </a:p>
        </p:txBody>
      </p:sp>
      <p:sp>
        <p:nvSpPr>
          <p:cNvPr id="22" name="Text Placeholder 4">
            <a:extLst>
              <a:ext uri="{B4EB37FB-BE04-4B93-8718-0DE59A149F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A0D699F-B3C9-412F-A75A-11ED41FD895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750823" y="1015279"/>
            <a:ext cx="1742507" cy="604799"/>
          </a:xfrm>
        </p:spPr>
        <p:txBody>
          <a:bodyPr vert="horz" lIns="0" tIns="0" rIns="0" bIns="0" rtlCol="0" anchor="b">
            <a:noAutofit/>
          </a:bodyPr>
          <a:lstStyle>
            <a:lvl1pPr marL="0" lvl="0" indent="0" algn="ctr"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23" name="Text Placeholder 4">
            <a:extLst>
              <a:ext uri="{9BEE9BBD-0A6B-4688-81C7-2E45B2D03F6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62FEF3-8A43-4701-807F-1D7BA267C9BE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743234" y="1668459"/>
            <a:ext cx="1742507" cy="281464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ctr">
              <a:buNone/>
              <a:defRPr lang="en-US" sz="1400" b="1" dirty="0">
                <a:latin typeface="+mn-lt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Text Placeholder 4">
            <a:extLst>
              <a:ext uri="{7E2AF0DC-6D0A-477D-B824-8D7DCCFECAB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9E44D3-B8ED-4B72-94CC-54D48601F35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7136938" y="3953832"/>
            <a:ext cx="1742507" cy="601839"/>
          </a:xfrm>
        </p:spPr>
        <p:txBody>
          <a:bodyPr vert="horz" lIns="0" tIns="0" rIns="0" bIns="0" rtlCol="0">
            <a:noAutofit/>
          </a:bodyPr>
          <a:lstStyle>
            <a:lvl1pPr marL="0" lvl="0" indent="0" algn="ctr"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25" name="Text Placeholder 4">
            <a:extLst>
              <a:ext uri="{3927BEBB-595B-43EC-ABD3-AAFBC09976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4D72BA1-BC81-4060-93C0-682D6C21A3EF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136938" y="3571652"/>
            <a:ext cx="1742507" cy="312438"/>
          </a:xfrm>
        </p:spPr>
        <p:txBody>
          <a:bodyPr vert="horz" lIns="0" tIns="0" rIns="0" bIns="0" rtlCol="0" anchor="b">
            <a:noAutofit/>
          </a:bodyPr>
          <a:lstStyle>
            <a:lvl1pPr marL="0" lvl="0" indent="0" algn="ctr">
              <a:buNone/>
              <a:defRPr lang="en-US" sz="1400" b="1" dirty="0">
                <a:latin typeface="+mn-lt"/>
              </a:defRPr>
            </a:lvl1pPr>
          </a:lstStyle>
          <a:p>
            <a:r>
              <a:rPr lang="en-US" dirty="0"/>
              <a:t>Item</a:t>
            </a:r>
          </a:p>
        </p:txBody>
      </p:sp>
      <p:sp>
        <p:nvSpPr>
          <p:cNvPr id="26" name="Text Placeholder 4">
            <a:extLst>
              <a:ext uri="{673E59A6-F140-4413-A66F-C5392327AF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79652FF-304C-43CE-A686-619AB5D4744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55984" y="1668459"/>
            <a:ext cx="1742507" cy="281464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ctr">
              <a:buNone/>
              <a:defRPr lang="en-US" sz="1400" b="1" dirty="0">
                <a:latin typeface="+mn-lt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Text Placeholder 4">
            <a:extLst>
              <a:ext uri="{68FC50D7-DAAC-494E-9FA9-3576CC04208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B7D9DD2-8D55-471F-834B-F7CE7841C6B3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63575" y="1015279"/>
            <a:ext cx="1742507" cy="604799"/>
          </a:xfrm>
        </p:spPr>
        <p:txBody>
          <a:bodyPr vert="horz" lIns="0" tIns="0" rIns="0" bIns="0" rtlCol="0" anchor="b">
            <a:noAutofit/>
          </a:bodyPr>
          <a:lstStyle>
            <a:lvl1pPr marL="0" lvl="0" indent="0" algn="ctr"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28" name="Slide Number Placeholder 5">
            <a:extLst>
              <a:ext uri="{3555804D-0360-4005-9D2B-A91C3FB3DB7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8766C72-27D2-4D75-A98E-E8F5AA178FE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29" name="Freeform 73">
            <a:extLst>
              <a:ext uri="{9E64B647-3002-4F80-B09F-3C1F61EDBB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28735F0-D8AF-4BAD-A738-8E62F7213FED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0" name="Rounded Rectangle 95">
            <a:extLst>
              <a:ext uri="{C05705F3-2B20-4E11-BF7C-AEBB60CD112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353E15-6B97-426B-A1A6-29C1EEE4AE87}"/>
              </a:ext>
            </a:extLst>
          </p:cNvPr>
          <p:cNvSpPr/>
          <p:nvPr userDrawn="1"/>
        </p:nvSpPr>
        <p:spPr>
          <a:xfrm>
            <a:off x="1114199" y="8731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1" name="Freeform 98">
            <a:extLst>
              <a:ext uri="{8354E888-89A0-4488-B503-C5F311051B8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B41A77-0123-4B86-B2F0-297C3946A1B1}"/>
              </a:ext>
            </a:extLst>
          </p:cNvPr>
          <p:cNvSpPr>
            <a:spLocks noChangeAspect="1"/>
          </p:cNvSpPr>
          <p:nvPr userDrawn="1"/>
        </p:nvSpPr>
        <p:spPr>
          <a:xfrm>
            <a:off x="5748398" y="4625413"/>
            <a:ext cx="2126500" cy="518087"/>
          </a:xfrm>
          <a:custGeom>
            <a:avLst/>
            <a:gdLst/>
            <a:ahLst/>
            <a:cxnLst/>
            <a:rect l="0" t="0" r="r" b="b"/>
            <a:pathLst>
              <a:path w="2835334" h="690783">
                <a:moveTo>
                  <a:pt x="1417667" y="0"/>
                </a:moveTo>
                <a:cubicBezTo>
                  <a:pt x="1978078" y="0"/>
                  <a:pt x="2478803" y="255546"/>
                  <a:pt x="2809672" y="656466"/>
                </a:cubicBezTo>
                <a:lnTo>
                  <a:pt x="2835334" y="690783"/>
                </a:lnTo>
                <a:lnTo>
                  <a:pt x="0" y="690783"/>
                </a:lnTo>
                <a:lnTo>
                  <a:pt x="25663" y="656466"/>
                </a:lnTo>
                <a:cubicBezTo>
                  <a:pt x="356531" y="255546"/>
                  <a:pt x="857256" y="0"/>
                  <a:pt x="141766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GB" sz="3200" b="0" i="0" dirty="0">
              <a:latin typeface="Dosis"/>
            </a:endParaRPr>
          </a:p>
        </p:txBody>
      </p:sp>
      <p:cxnSp>
        <p:nvCxnSpPr>
          <p:cNvPr id="32" name="Straight Connector 35">
            <a:extLst>
              <a:ext uri="{8657E67B-2585-4E17-A40C-D60A663179B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01560B9-4670-4E72-B71A-C04C17D670EA}"/>
              </a:ext>
            </a:extLst>
          </p:cNvPr>
          <p:cNvCxnSpPr>
            <a:endCxn id="11" idx="4"/>
          </p:cNvCxnSpPr>
          <p:nvPr/>
        </p:nvCxnSpPr>
        <p:spPr>
          <a:xfrm flipH="1" flipV="1">
            <a:off x="2463834" y="3032103"/>
            <a:ext cx="1146" cy="539550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ate Placeholder 1">
            <a:extLst>
              <a:ext uri="{E4F486E0-26AA-4CE2-B3AE-491E66F7D75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DD9865-A1E4-4AA2-AD3E-2F055637A6C7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34" name="Footer Placeholder 1">
            <a:extLst>
              <a:ext uri="{A517D943-BFF2-40E5-BB1E-B7E3897E816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ED0924-50C0-4943-9AA8-E7A0B0247DC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9ACB1E58-5FF5-45EB-9A75-82DF20C07EA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07705408-7717-4717-A47E-16CC63B804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DFEA8F-7CBC-4F88-BED1-94796C2E776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115615" y="1920477"/>
            <a:ext cx="7290197" cy="2634852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3" name="Oval 3">
            <a:extLst>
              <a:ext uri="{839A24A9-518C-4843-ADFE-9CCD2C907AA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5E12B3-E6C7-4B2D-AA10-7649FBCBFBFD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Freeform 4">
            <a:extLst>
              <a:ext uri="{3916F2C9-FD7D-4F2C-9379-6B507AC7AE7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2C5B41C-5BED-4FBF-838C-CFB2AC6A4BF5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5">
            <a:extLst>
              <a:ext uri="{712337D6-A781-4645-A595-8D4BF2568D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38ECE3-7CA9-4EE2-86A6-F11EF85DF049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rgbClr val="FD6329"/>
              </a:solidFill>
            </a:endParaRPr>
          </a:p>
        </p:txBody>
      </p:sp>
      <p:sp>
        <p:nvSpPr>
          <p:cNvPr id="6" name="Title Placeholder 1">
            <a:extLst>
              <a:ext uri="{DB2EF4B8-6B17-47AC-9C0A-7AE00F51FF0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AA5B2AE-DB10-45A5-9FFF-C3C1737C38BD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5" y="901303"/>
            <a:ext cx="7290196" cy="64641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Rounded Rectangle 8">
            <a:extLst>
              <a:ext uri="{C062EDE8-4ABC-4230-ADC0-6533033AC8B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E629ED-03C7-4BFB-846E-B2EC311DA926}"/>
              </a:ext>
            </a:extLst>
          </p:cNvPr>
          <p:cNvSpPr/>
          <p:nvPr userDrawn="1"/>
        </p:nvSpPr>
        <p:spPr>
          <a:xfrm>
            <a:off x="1114199" y="1598100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Picture Placeholder 3">
            <a:extLst>
              <a:ext uri="{4F5B07A0-8958-4569-AAB7-FAACE0415C5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EE66B4-A298-4326-AEC4-3A270E91BC4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108524" y="330992"/>
            <a:ext cx="390491" cy="383400"/>
          </a:xfrm>
        </p:spPr>
        <p:txBody>
          <a:bodyPr vert="horz" rtlCol="0">
            <a:normAutofit/>
          </a:bodyPr>
          <a:lstStyle>
            <a:lvl1pPr lvl="0" algn="ctr">
              <a:defRPr lang="en-US" sz="1800" dirty="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" name="Slide Number Placeholder 5">
            <a:extLst>
              <a:ext uri="{6F193E16-6C22-42DC-8D08-99D2F38D2A2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4C90FF-062F-4CE1-9C02-5A45EC56F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0" name="Date Placeholder 1">
            <a:extLst>
              <a:ext uri="{1AB14FBD-531D-4473-8746-A0DD60BF148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80E525-164F-4BED-85F0-8788F1892911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1" name="Footer Placeholder 1">
            <a:extLst>
              <a:ext uri="{55602B5B-15A6-441D-98B5-9C028B08D7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6CE27A4-CBDE-4FB4-BF75-88175586E2B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0D3FAEB9-1AC0-4149-B668-1033F8322F1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get Dem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B63C30B-FFCD-4E41-A8E8-878EEB205B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C35AFC5-CF70-42A1-B59B-7668456F1AC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115615" y="2049151"/>
            <a:ext cx="1433104" cy="321167"/>
          </a:xfrm>
        </p:spPr>
        <p:txBody>
          <a:bodyPr vert="horz" wrap="square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3" name="Oval 8">
            <a:extLst>
              <a:ext uri="{E772CBFB-54D4-4D47-A862-2EBB657446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AEF7634-5F23-4B2E-9991-B7364252ACC0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Freeform 10">
            <a:extLst>
              <a:ext uri="{36AF2992-9927-4BE5-9984-7AC6098F93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BC93BC-618F-499E-BACC-43DC0D34A7A2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11">
            <a:extLst>
              <a:ext uri="{0A7B6C64-9C9B-4B7A-81B7-4C59D36EDA4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21272E7-729B-4CCB-9C27-A4CF8DA3D587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rgbClr val="FD6329"/>
              </a:solidFill>
            </a:endParaRPr>
          </a:p>
        </p:txBody>
      </p:sp>
      <p:sp>
        <p:nvSpPr>
          <p:cNvPr id="6" name="Title Placeholder 1">
            <a:extLst>
              <a:ext uri="{89D7A99C-8884-49EF-A5B0-403976E4524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7FD23B-7C69-45DF-B6C1-68739E3EE918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6" y="901303"/>
            <a:ext cx="7290196" cy="64641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Rounded Rectangle 19">
            <a:extLst>
              <a:ext uri="{57B22D82-5DE8-42E2-996F-DF269CCC222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F1F4D6-4E8B-40E8-A0A2-B80CDC59DBAE}"/>
              </a:ext>
            </a:extLst>
          </p:cNvPr>
          <p:cNvSpPr/>
          <p:nvPr userDrawn="1"/>
        </p:nvSpPr>
        <p:spPr>
          <a:xfrm>
            <a:off x="1114199" y="1598100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Freeform 33">
            <a:extLst>
              <a:ext uri="{7363EFBE-14C5-42B0-A5DA-4C04020A8B3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52DB88A-A86A-4B16-868A-9A200FE6A8B4}"/>
              </a:ext>
            </a:extLst>
          </p:cNvPr>
          <p:cNvSpPr/>
          <p:nvPr userDrawn="1"/>
        </p:nvSpPr>
        <p:spPr>
          <a:xfrm>
            <a:off x="6579408" y="0"/>
            <a:ext cx="1417631" cy="553512"/>
          </a:xfrm>
          <a:custGeom>
            <a:avLst/>
            <a:gdLst/>
            <a:ahLst/>
            <a:cxnLst/>
            <a:rect l="0" t="0" r="r" b="b"/>
            <a:pathLst>
              <a:path w="1890175" h="738016">
                <a:moveTo>
                  <a:pt x="0" y="0"/>
                </a:moveTo>
                <a:lnTo>
                  <a:pt x="1890175" y="0"/>
                </a:lnTo>
                <a:lnTo>
                  <a:pt x="1846567" y="140480"/>
                </a:lnTo>
                <a:cubicBezTo>
                  <a:pt x="1698043" y="491627"/>
                  <a:pt x="1350339" y="738016"/>
                  <a:pt x="945087" y="738016"/>
                </a:cubicBezTo>
                <a:cubicBezTo>
                  <a:pt x="539836" y="738016"/>
                  <a:pt x="192132" y="491627"/>
                  <a:pt x="43608" y="1404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Picture Placeholder 3">
            <a:extLst>
              <a:ext uri="{3A73BCF7-92E7-42BC-BD8D-189DECB6FB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AED64F3-EDB4-4CA7-9291-320BAC6293CC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108524" y="330992"/>
            <a:ext cx="390491" cy="383400"/>
          </a:xfrm>
        </p:spPr>
        <p:txBody>
          <a:bodyPr vert="horz" rtlCol="0">
            <a:normAutofit/>
          </a:bodyPr>
          <a:lstStyle>
            <a:lvl1pPr lvl="0" algn="ctr">
              <a:defRPr lang="en-US" sz="1800" dirty="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0" name="Text Placeholder 2">
            <a:extLst>
              <a:ext uri="{AD6C0E26-BE34-4EB2-9D41-04A1FF2259A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DD2758E-5A5D-4931-BB0F-922CD62229F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15615" y="2657227"/>
            <a:ext cx="1433104" cy="321167"/>
          </a:xfrm>
        </p:spPr>
        <p:txBody>
          <a:bodyPr vert="horz" wrap="square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11" name="Text Placeholder 2">
            <a:extLst>
              <a:ext uri="{F455EDBC-17C1-4B54-9BF6-89C9BED1154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529BE3-2A99-42CF-8FDF-C6948CE45F8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115615" y="3265303"/>
            <a:ext cx="1433104" cy="321167"/>
          </a:xfrm>
        </p:spPr>
        <p:txBody>
          <a:bodyPr vert="horz" wrap="square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12" name="Text Placeholder 2">
            <a:extLst>
              <a:ext uri="{39E0334B-9E71-4414-8D4B-29BFDDD357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82282E-967B-4D22-B0CB-B45EE350CA2C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115615" y="3873379"/>
            <a:ext cx="1433104" cy="321167"/>
          </a:xfrm>
        </p:spPr>
        <p:txBody>
          <a:bodyPr vert="horz" wrap="square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13" name="Text Placeholder 2">
            <a:extLst>
              <a:ext uri="{01E7F28B-9E5C-4C79-8FF1-42522EC7937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D481D6-1624-47FD-BB0E-7E1FC088022C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2671553" y="2011051"/>
            <a:ext cx="5734262" cy="515101"/>
          </a:xfrm>
        </p:spPr>
        <p:txBody>
          <a:bodyPr vert="horz" wrap="square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0" dirty="0">
                <a:solidFill>
                  <a:schemeClr val="tx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4" name="Text Placeholder 2">
            <a:extLst>
              <a:ext uri="{1DB8212D-6523-4629-BC4C-295F853B5D1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EEC1C9-FFC9-4C42-BC92-EFF5EEDE978E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2671553" y="2619127"/>
            <a:ext cx="5734262" cy="515101"/>
          </a:xfrm>
        </p:spPr>
        <p:txBody>
          <a:bodyPr vert="horz" wrap="square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0" dirty="0">
                <a:solidFill>
                  <a:schemeClr val="tx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5" name="Text Placeholder 2">
            <a:extLst>
              <a:ext uri="{B0F02948-63E9-4EF0-8979-7024468E3E8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7CEFEDD-3223-4B9F-BD30-21F0A87FF41B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2671553" y="3227203"/>
            <a:ext cx="5734262" cy="515101"/>
          </a:xfrm>
        </p:spPr>
        <p:txBody>
          <a:bodyPr vert="horz" wrap="square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0" dirty="0">
                <a:solidFill>
                  <a:schemeClr val="tx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6" name="Text Placeholder 2">
            <a:extLst>
              <a:ext uri="{6A6742CD-2DB1-4076-AE08-F5AE6B0E8C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EB48FFD-22AE-42C6-BA44-AA452B13F84C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2671549" y="3835284"/>
            <a:ext cx="5734262" cy="515101"/>
          </a:xfrm>
        </p:spPr>
        <p:txBody>
          <a:bodyPr vert="horz" wrap="square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0" dirty="0">
                <a:solidFill>
                  <a:schemeClr val="tx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7" name="Slide Number Placeholder 5">
            <a:extLst>
              <a:ext uri="{3C611B7E-E87C-475E-B7E9-2BCF7C3C4E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E0BF48-D2D6-4B6C-B819-71E4FC387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8" name="Date Placeholder 1">
            <a:extLst>
              <a:ext uri="{E87E0B65-9D6B-4DF9-827C-28D65C1D5CA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8607C19-49E4-48D8-B03D-4D232FCB2AA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9" name="Footer Placeholder 1">
            <a:extLst>
              <a:ext uri="{6B50ADD6-9CE0-4C98-B4D1-A3AE6511D40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F7B2F7-A570-4031-923F-D17F2CA550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0BF94B47-8125-4C7C-90C5-37BD6FF3294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2">
            <a:extLst>
              <a:ext uri="{93B2E99A-34AC-473A-A800-CE071D8B7B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265DF5-D88F-4631-96A1-4D30D0720A2F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Freeform 15">
            <a:extLst>
              <a:ext uri="{DB049896-9E15-4E1D-9ADF-0756F4D3CF2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514E73-0E81-415C-BCB6-3C468BB2B86E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16">
            <a:extLst>
              <a:ext uri="{63E2ED3B-78DA-4D73-A223-97C5DC8F584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347C10-F71C-402C-A3E5-A86A1A847578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Freeform 20">
            <a:extLst>
              <a:ext uri="{24CFB08A-923B-4B00-9332-004C36FC4D0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E6EA942-0C94-43F5-A79B-AE3483BBC1EC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857674" y="3857171"/>
            <a:ext cx="1928081" cy="644573"/>
          </a:xfrm>
          <a:custGeom>
            <a:avLst/>
            <a:gdLst/>
            <a:ahLst/>
            <a:cxnLst/>
            <a:rect l="0" t="0" r="r" b="b"/>
            <a:pathLst>
              <a:path w="2570775" h="859432">
                <a:moveTo>
                  <a:pt x="2570775" y="859432"/>
                </a:moveTo>
                <a:lnTo>
                  <a:pt x="0" y="859432"/>
                </a:lnTo>
                <a:lnTo>
                  <a:pt x="0" y="152320"/>
                </a:lnTo>
                <a:lnTo>
                  <a:pt x="61166" y="126901"/>
                </a:lnTo>
                <a:cubicBezTo>
                  <a:pt x="294514" y="44710"/>
                  <a:pt x="545533" y="0"/>
                  <a:pt x="806995" y="0"/>
                </a:cubicBezTo>
                <a:cubicBezTo>
                  <a:pt x="1504227" y="0"/>
                  <a:pt x="2127200" y="317935"/>
                  <a:pt x="2538848" y="81673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GB" sz="3200" b="0" i="0" dirty="0">
              <a:latin typeface="Dosis"/>
            </a:endParaRPr>
          </a:p>
        </p:txBody>
      </p:sp>
      <p:sp>
        <p:nvSpPr>
          <p:cNvPr id="6" name="Picture Placeholder 27">
            <a:extLst>
              <a:ext uri="{6A8529E1-B560-429E-B1B4-A1B683FE324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0FC1761-F109-41C4-823A-0C2C68C84A1D}"/>
              </a:ext>
            </a:extLst>
          </p:cNvPr>
          <p:cNvSpPr>
            <a:spLocks noGrp="1"/>
          </p:cNvSpPr>
          <p:nvPr>
            <p:ph type="pic"/>
          </p:nvPr>
        </p:nvSpPr>
        <p:spPr>
          <a:xfrm>
            <a:off x="5283719" y="337279"/>
            <a:ext cx="3609196" cy="3578739"/>
          </a:xfrm>
          <a:custGeom>
            <a:avLst/>
            <a:gdLst/>
            <a:ahLst/>
            <a:cxnLst/>
            <a:rect l="0" t="0" r="r" b="b"/>
            <a:pathLst>
              <a:path w="4812262" h="4771652">
                <a:moveTo>
                  <a:pt x="2406132" y="0"/>
                </a:moveTo>
                <a:cubicBezTo>
                  <a:pt x="3651947" y="0"/>
                  <a:pt x="4676623" y="938822"/>
                  <a:pt x="4799840" y="2141889"/>
                </a:cubicBezTo>
                <a:lnTo>
                  <a:pt x="4812262" y="2385806"/>
                </a:lnTo>
                <a:lnTo>
                  <a:pt x="4812262" y="2385846"/>
                </a:lnTo>
                <a:lnTo>
                  <a:pt x="4799840" y="2629763"/>
                </a:lnTo>
                <a:cubicBezTo>
                  <a:pt x="4676623" y="3832830"/>
                  <a:pt x="3651947" y="4771653"/>
                  <a:pt x="2406132" y="4771653"/>
                </a:cubicBezTo>
                <a:cubicBezTo>
                  <a:pt x="1077261" y="4771653"/>
                  <a:pt x="0" y="3703482"/>
                  <a:pt x="0" y="2385826"/>
                </a:cubicBezTo>
                <a:cubicBezTo>
                  <a:pt x="0" y="1068170"/>
                  <a:pt x="1077261" y="0"/>
                  <a:pt x="2406132" y="0"/>
                </a:cubicBezTo>
                <a:close/>
              </a:path>
            </a:pathLst>
          </a:custGeom>
          <a:noFill/>
        </p:spPr>
        <p:txBody>
          <a:bodyPr vert="horz" wrap="square" lIns="359999" tIns="359999" rIns="359999" bIns="359999" rtlCol="0" anchor="ctr">
            <a:noAutofit/>
          </a:bodyPr>
          <a:lstStyle>
            <a:lvl1pPr marL="0" lvl="0" indent="0" algn="ctr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7" name="Title Placeholder 1">
            <a:extLst>
              <a:ext uri="{83FD0B08-6745-4E6A-8671-3A5617C9877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BB6FB53-4D18-4765-A66A-0E303A6E7944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6" y="330993"/>
            <a:ext cx="4077890" cy="598215"/>
          </a:xfrm>
          <a:prstGeom prst="rect">
            <a:avLst/>
          </a:prstGeom>
        </p:spPr>
        <p:txBody>
          <a:bodyPr vert="horz" lIns="0" tIns="0" rIns="0" bIns="0" rtlCol="0" anchor="t">
            <a:normAutofit fontScale="85000" lnSpcReduction="20000"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Rounded Rectangle 30">
            <a:extLst>
              <a:ext uri="{400CEED6-30A4-4979-A26F-E7E9F27ABFA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F129D4-4EF5-44EC-BAB0-412F4292EF77}"/>
              </a:ext>
            </a:extLst>
          </p:cNvPr>
          <p:cNvSpPr/>
          <p:nvPr userDrawn="1"/>
        </p:nvSpPr>
        <p:spPr>
          <a:xfrm>
            <a:off x="1114199" y="8731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9" name="Text Placeholder 2">
            <a:extLst>
              <a:ext uri="{4C8EEBE5-B3D8-4773-B001-8B9714A277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B28EF7C-2FEE-4FC0-BAC1-840BFC52A09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15615" y="1189701"/>
            <a:ext cx="4077891" cy="285750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20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10" name="Text Placeholder 2">
            <a:extLst>
              <a:ext uri="{AEEBA384-82D3-4BCE-86C8-AB09AC516D5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EA2C1D0-4093-4812-9DF5-4F2ABDBFC6F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15615" y="1526898"/>
            <a:ext cx="4077891" cy="568602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1" name="Text Placeholder 2">
            <a:extLst>
              <a:ext uri="{B59184EE-FE2F-49EA-AEF0-B4C65DF5FCA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FAE8E4-116F-4BC0-BB32-3FD4B236ABB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115615" y="2335282"/>
            <a:ext cx="4077891" cy="285750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20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12" name="Text Placeholder 2">
            <a:extLst>
              <a:ext uri="{E8FBF3BF-D390-446B-B67E-988F8D544DA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A58807-8998-4F3A-B0FC-94223F4ED660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115615" y="2672478"/>
            <a:ext cx="4077891" cy="568602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Text Placeholder 2">
            <a:extLst>
              <a:ext uri="{8F3808A3-9B7D-46FE-B699-11925B3CCD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195AB20-D181-4A26-831A-4DF8B85D01DC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115615" y="3474958"/>
            <a:ext cx="4077891" cy="285750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20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14" name="Text Placeholder 2">
            <a:extLst>
              <a:ext uri="{B78BB32A-A5C3-4387-99EE-9887CA64DC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F153A3-D71B-4A1C-A5DD-734D68E40DCE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1115615" y="3812158"/>
            <a:ext cx="4077891" cy="568602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5" name="Slide Number Placeholder 5">
            <a:extLst>
              <a:ext uri="{3DFF03CB-92A2-4688-9E33-02400FDC95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FF8D1F9-2422-4B28-B5E4-E8345F48507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6" name="Date Placeholder 1">
            <a:extLst>
              <a:ext uri="{132C7F91-8D75-4C75-BF7A-14B50CDFA70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465B4CB-9E2C-4EAB-B01E-004F8DB804A8}"/>
              </a:ext>
            </a:extLst>
          </p:cNvPr>
          <p:cNvSpPr>
            <a:spLocks noGrp="1"/>
          </p:cNvSpPr>
          <p:nvPr>
            <p:ph type="dt" sz="half" idx="9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7" name="Footer Placeholder 1">
            <a:extLst>
              <a:ext uri="{D34C28D4-9E74-45E3-9CF7-88697FE920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C49722-E1B4-41AB-A019-C86FD34614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108388FC-238B-4567-91C8-CE008CB43C2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Acquisition Fu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23">
            <a:extLst>
              <a:ext uri="{ABF0BA68-E4F9-4E7F-AEE3-FAEB641193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D366F6-14F8-4220-B925-4A236AC461B9}"/>
              </a:ext>
            </a:extLst>
          </p:cNvPr>
          <p:cNvSpPr/>
          <p:nvPr userDrawn="1"/>
        </p:nvSpPr>
        <p:spPr>
          <a:xfrm>
            <a:off x="3803313" y="2375213"/>
            <a:ext cx="1560227" cy="1799038"/>
          </a:xfrm>
          <a:custGeom>
            <a:avLst/>
            <a:gdLst/>
            <a:ahLst/>
            <a:cxnLst/>
            <a:rect l="0" t="0" r="r" b="b"/>
            <a:pathLst>
              <a:path w="2080304" h="2398718">
                <a:moveTo>
                  <a:pt x="0" y="2398718"/>
                </a:moveTo>
                <a:lnTo>
                  <a:pt x="1278933" y="0"/>
                </a:lnTo>
                <a:lnTo>
                  <a:pt x="2080304" y="238158"/>
                </a:lnTo>
                <a:lnTo>
                  <a:pt x="917773" y="2253764"/>
                </a:lnTo>
                <a:lnTo>
                  <a:pt x="0" y="23987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Parallelogram 23">
            <a:extLst>
              <a:ext uri="{951639B1-2F73-4453-AAD5-9F2AC9C8FCA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2867CBE-EC36-4FF8-9901-392371DBC4B4}"/>
              </a:ext>
            </a:extLst>
          </p:cNvPr>
          <p:cNvSpPr/>
          <p:nvPr userDrawn="1"/>
        </p:nvSpPr>
        <p:spPr>
          <a:xfrm>
            <a:off x="2148372" y="2082114"/>
            <a:ext cx="1647792" cy="2404026"/>
          </a:xfrm>
          <a:custGeom>
            <a:avLst/>
            <a:gdLst/>
            <a:ahLst/>
            <a:cxnLst/>
            <a:rect l="0" t="0" r="r" b="b"/>
            <a:pathLst>
              <a:path w="2197056" h="3205368">
                <a:moveTo>
                  <a:pt x="0" y="3205368"/>
                </a:moveTo>
                <a:lnTo>
                  <a:pt x="1366750" y="0"/>
                </a:lnTo>
                <a:lnTo>
                  <a:pt x="2197056" y="294357"/>
                </a:lnTo>
                <a:lnTo>
                  <a:pt x="1008217" y="3051979"/>
                </a:lnTo>
                <a:lnTo>
                  <a:pt x="0" y="32053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2">
            <a:extLst>
              <a:ext uri="{5DFC76AB-A9EA-4E7C-BF2F-12AA03C24D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AB77228-9014-4DB3-B00A-86845DBB3006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Oval 3">
            <a:extLst>
              <a:ext uri="{AB13CA78-616C-42D8-9CDB-F66DD3A930D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6A196F-71D9-4DC8-B911-872C4F44B4B0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Title Placeholder 1">
            <a:extLst>
              <a:ext uri="{3C23E4E7-C9A1-45CF-9614-BE98BF7740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300F790-2F22-4C17-AEC3-AF233E59B97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6" y="216692"/>
            <a:ext cx="7290196" cy="602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Freeform 6">
            <a:extLst>
              <a:ext uri="{90AD2621-3B78-4E70-BAB6-6943D570A0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938B849-3C85-482C-8EFF-B843B4235CB9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B8E9D42D-35D5-49F3-996E-D11E29302E6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C3C95A-B142-4F43-87AC-821CFE26AC14}"/>
              </a:ext>
            </a:extLst>
          </p:cNvPr>
          <p:cNvSpPr/>
          <p:nvPr userDrawn="1"/>
        </p:nvSpPr>
        <p:spPr>
          <a:xfrm>
            <a:off x="1114199" y="8731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9" name="Freeform 8">
            <a:extLst>
              <a:ext uri="{DB272A56-33E6-4324-A9C1-5CEFAAE12C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9C81B7-8D61-4368-954D-FDA1B29BE537}"/>
              </a:ext>
            </a:extLst>
          </p:cNvPr>
          <p:cNvSpPr>
            <a:spLocks noChangeAspect="1"/>
          </p:cNvSpPr>
          <p:nvPr userDrawn="1"/>
        </p:nvSpPr>
        <p:spPr>
          <a:xfrm>
            <a:off x="5748398" y="4625413"/>
            <a:ext cx="2126500" cy="518087"/>
          </a:xfrm>
          <a:custGeom>
            <a:avLst/>
            <a:gdLst/>
            <a:ahLst/>
            <a:cxnLst/>
            <a:rect l="0" t="0" r="r" b="b"/>
            <a:pathLst>
              <a:path w="2835334" h="690783">
                <a:moveTo>
                  <a:pt x="1417667" y="0"/>
                </a:moveTo>
                <a:cubicBezTo>
                  <a:pt x="1978078" y="0"/>
                  <a:pt x="2478803" y="255546"/>
                  <a:pt x="2809672" y="656466"/>
                </a:cubicBezTo>
                <a:lnTo>
                  <a:pt x="2835334" y="690783"/>
                </a:lnTo>
                <a:lnTo>
                  <a:pt x="0" y="690783"/>
                </a:lnTo>
                <a:lnTo>
                  <a:pt x="25663" y="656466"/>
                </a:lnTo>
                <a:cubicBezTo>
                  <a:pt x="356531" y="255546"/>
                  <a:pt x="857256" y="0"/>
                  <a:pt x="141766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GB" sz="3200" b="0" i="0" dirty="0">
              <a:latin typeface="Dosis"/>
            </a:endParaRPr>
          </a:p>
        </p:txBody>
      </p:sp>
      <p:sp>
        <p:nvSpPr>
          <p:cNvPr id="10" name="Text Placeholder 17">
            <a:extLst>
              <a:ext uri="{90838EEA-1725-428A-AB9E-8BE6E223FC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7F99EF-FD27-42B2-8B81-5245B196464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073878" y="2744778"/>
            <a:ext cx="884149" cy="884149"/>
          </a:xfrm>
          <a:custGeom>
            <a:avLst/>
            <a:gdLst/>
            <a:ahLst/>
            <a:cxnLst/>
            <a:rect l="0" t="0" r="r" b="b"/>
            <a:pathLst>
              <a:path w="1178866" h="1178866">
                <a:moveTo>
                  <a:pt x="589434" y="0"/>
                </a:moveTo>
                <a:cubicBezTo>
                  <a:pt x="874277" y="0"/>
                  <a:pt x="1111929" y="202047"/>
                  <a:pt x="1166892" y="470642"/>
                </a:cubicBezTo>
                <a:lnTo>
                  <a:pt x="1178866" y="589424"/>
                </a:lnTo>
                <a:lnTo>
                  <a:pt x="1178866" y="589442"/>
                </a:lnTo>
                <a:lnTo>
                  <a:pt x="1166892" y="708225"/>
                </a:lnTo>
                <a:cubicBezTo>
                  <a:pt x="1111929" y="976819"/>
                  <a:pt x="874277" y="1178866"/>
                  <a:pt x="589434" y="1178866"/>
                </a:cubicBezTo>
                <a:cubicBezTo>
                  <a:pt x="263898" y="1178866"/>
                  <a:pt x="0" y="914968"/>
                  <a:pt x="0" y="589433"/>
                </a:cubicBezTo>
                <a:cubicBezTo>
                  <a:pt x="0" y="263898"/>
                  <a:pt x="263898" y="0"/>
                  <a:pt x="589434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2400" b="0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31">
            <a:extLst>
              <a:ext uri="{B5B1160E-C8E5-4AB6-BADF-11E8D4B245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19E47F-AE0D-42DB-9374-4740E3BEEB6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738673" y="1466679"/>
            <a:ext cx="998952" cy="242465"/>
          </a:xfrm>
          <a:custGeom>
            <a:avLst/>
            <a:gdLst/>
            <a:ahLst/>
            <a:cxnLst/>
            <a:rect l="0" t="0" r="r" b="b"/>
            <a:pathLst>
              <a:path w="1331936" h="323288">
                <a:moveTo>
                  <a:pt x="119012" y="0"/>
                </a:moveTo>
                <a:lnTo>
                  <a:pt x="1212012" y="0"/>
                </a:lnTo>
                <a:cubicBezTo>
                  <a:pt x="1278244" y="0"/>
                  <a:pt x="1331936" y="72371"/>
                  <a:pt x="1331936" y="161644"/>
                </a:cubicBezTo>
                <a:cubicBezTo>
                  <a:pt x="1331936" y="250917"/>
                  <a:pt x="1278244" y="323288"/>
                  <a:pt x="1212012" y="323288"/>
                </a:cubicBezTo>
                <a:lnTo>
                  <a:pt x="119012" y="323288"/>
                </a:lnTo>
                <a:cubicBezTo>
                  <a:pt x="69338" y="323288"/>
                  <a:pt x="26718" y="282580"/>
                  <a:pt x="8512" y="224563"/>
                </a:cubicBezTo>
                <a:lnTo>
                  <a:pt x="0" y="167734"/>
                </a:lnTo>
                <a:lnTo>
                  <a:pt x="0" y="155555"/>
                </a:lnTo>
                <a:lnTo>
                  <a:pt x="8512" y="98725"/>
                </a:lnTo>
                <a:cubicBezTo>
                  <a:pt x="26718" y="40709"/>
                  <a:pt x="69338" y="0"/>
                  <a:pt x="119012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rgbClr val="FFFFFF"/>
                </a:solidFill>
                <a:latin typeface="Dosis-demi_bold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2" name="Text Placeholder 32">
            <a:extLst>
              <a:ext uri="{8700BD1A-2041-4105-AB65-B08649889B9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506CD4-E215-4A2C-979F-0F06BB043DE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30747" y="1792676"/>
            <a:ext cx="998952" cy="242465"/>
          </a:xfrm>
          <a:custGeom>
            <a:avLst/>
            <a:gdLst/>
            <a:ahLst/>
            <a:cxnLst/>
            <a:rect l="0" t="0" r="r" b="b"/>
            <a:pathLst>
              <a:path w="1331936" h="323288">
                <a:moveTo>
                  <a:pt x="119012" y="0"/>
                </a:moveTo>
                <a:lnTo>
                  <a:pt x="1212012" y="0"/>
                </a:lnTo>
                <a:cubicBezTo>
                  <a:pt x="1278244" y="0"/>
                  <a:pt x="1331936" y="72371"/>
                  <a:pt x="1331936" y="161644"/>
                </a:cubicBezTo>
                <a:cubicBezTo>
                  <a:pt x="1331936" y="250917"/>
                  <a:pt x="1278244" y="323288"/>
                  <a:pt x="1212012" y="323288"/>
                </a:cubicBezTo>
                <a:lnTo>
                  <a:pt x="119012" y="323288"/>
                </a:lnTo>
                <a:cubicBezTo>
                  <a:pt x="69338" y="323288"/>
                  <a:pt x="26718" y="282580"/>
                  <a:pt x="8512" y="224563"/>
                </a:cubicBezTo>
                <a:lnTo>
                  <a:pt x="0" y="167734"/>
                </a:lnTo>
                <a:lnTo>
                  <a:pt x="0" y="155555"/>
                </a:lnTo>
                <a:lnTo>
                  <a:pt x="8512" y="98725"/>
                </a:lnTo>
                <a:cubicBezTo>
                  <a:pt x="26718" y="40709"/>
                  <a:pt x="69338" y="0"/>
                  <a:pt x="11901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rgbClr val="FFFFFF"/>
                </a:solidFill>
                <a:latin typeface="Dosis-demi_bold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3" name="Text Placeholder 33">
            <a:extLst>
              <a:ext uri="{E40D2005-AC49-450B-A80F-D583DAA5ABA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8AA12B-7A90-4E87-A0B3-139924B25C3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923720" y="2061000"/>
            <a:ext cx="998952" cy="242465"/>
          </a:xfrm>
          <a:custGeom>
            <a:avLst/>
            <a:gdLst/>
            <a:ahLst/>
            <a:cxnLst/>
            <a:rect l="0" t="0" r="r" b="b"/>
            <a:pathLst>
              <a:path w="1331936" h="323288">
                <a:moveTo>
                  <a:pt x="119012" y="0"/>
                </a:moveTo>
                <a:lnTo>
                  <a:pt x="1212012" y="0"/>
                </a:lnTo>
                <a:cubicBezTo>
                  <a:pt x="1278244" y="0"/>
                  <a:pt x="1331936" y="72371"/>
                  <a:pt x="1331936" y="161644"/>
                </a:cubicBezTo>
                <a:cubicBezTo>
                  <a:pt x="1331936" y="250917"/>
                  <a:pt x="1278244" y="323288"/>
                  <a:pt x="1212012" y="323288"/>
                </a:cubicBezTo>
                <a:lnTo>
                  <a:pt x="119012" y="323288"/>
                </a:lnTo>
                <a:cubicBezTo>
                  <a:pt x="69338" y="323288"/>
                  <a:pt x="26718" y="282580"/>
                  <a:pt x="8512" y="224563"/>
                </a:cubicBezTo>
                <a:lnTo>
                  <a:pt x="0" y="167734"/>
                </a:lnTo>
                <a:lnTo>
                  <a:pt x="0" y="155555"/>
                </a:lnTo>
                <a:lnTo>
                  <a:pt x="8512" y="98725"/>
                </a:lnTo>
                <a:cubicBezTo>
                  <a:pt x="26718" y="40709"/>
                  <a:pt x="69338" y="0"/>
                  <a:pt x="11901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rgbClr val="FFFFFF"/>
                </a:solidFill>
                <a:latin typeface="Dosis-demi_bold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Text Placeholder 40">
            <a:extLst>
              <a:ext uri="{20098366-44F2-41AD-B922-8492C20130E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B0A8B75-4DAF-47F2-B77E-466FB5ED75F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578612" y="1762215"/>
            <a:ext cx="1319074" cy="2888073"/>
          </a:xfrm>
          <a:custGeom>
            <a:avLst/>
            <a:gdLst/>
            <a:ahLst/>
            <a:cxnLst/>
            <a:rect l="0" t="0" r="r" b="b"/>
            <a:pathLst>
              <a:path w="1758766" h="3850764">
                <a:moveTo>
                  <a:pt x="0" y="0"/>
                </a:moveTo>
                <a:lnTo>
                  <a:pt x="1758766" y="343047"/>
                </a:lnTo>
                <a:lnTo>
                  <a:pt x="1758766" y="3502067"/>
                </a:lnTo>
                <a:lnTo>
                  <a:pt x="0" y="3850764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vert="horz" wrap="square" rtlCol="0" anchor="ctr">
            <a:noAutofit/>
          </a:bodyPr>
          <a:lstStyle>
            <a:lvl1pPr lvl="0"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41">
            <a:extLst>
              <a:ext uri="{5400FC8B-006F-4AE5-B3C9-79DC43AFCBE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91CD52-31FA-4A78-8E50-28DE88C3594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172264" y="2070374"/>
            <a:ext cx="1320403" cy="2242432"/>
          </a:xfrm>
          <a:custGeom>
            <a:avLst/>
            <a:gdLst/>
            <a:ahLst/>
            <a:cxnLst/>
            <a:rect l="0" t="0" r="r" b="b"/>
            <a:pathLst>
              <a:path w="1760538" h="2989910">
                <a:moveTo>
                  <a:pt x="0" y="0"/>
                </a:moveTo>
                <a:lnTo>
                  <a:pt x="1760538" y="331394"/>
                </a:lnTo>
                <a:lnTo>
                  <a:pt x="1760538" y="2647236"/>
                </a:lnTo>
                <a:lnTo>
                  <a:pt x="0" y="29899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rtlCol="0" anchor="ctr">
            <a:noAutofit/>
          </a:bodyPr>
          <a:lstStyle>
            <a:lvl1pPr lvl="0"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42">
            <a:extLst>
              <a:ext uri="{A74A267A-1FF4-452B-97A1-5C18CB2BFEB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478C496-9F20-4E1F-911C-75AE21ADF0D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767005" y="2364117"/>
            <a:ext cx="1312381" cy="1645473"/>
          </a:xfrm>
          <a:custGeom>
            <a:avLst/>
            <a:gdLst/>
            <a:ahLst/>
            <a:cxnLst/>
            <a:rect l="0" t="0" r="r" b="b"/>
            <a:pathLst>
              <a:path w="1749842" h="2193964">
                <a:moveTo>
                  <a:pt x="0" y="0"/>
                </a:moveTo>
                <a:lnTo>
                  <a:pt x="1749842" y="283432"/>
                </a:lnTo>
                <a:lnTo>
                  <a:pt x="1749842" y="1898517"/>
                </a:lnTo>
                <a:lnTo>
                  <a:pt x="0" y="21939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vert="horz" wrap="square" rtlCol="0" anchor="ctr">
            <a:noAutofit/>
          </a:bodyPr>
          <a:lstStyle>
            <a:lvl1pPr lvl="0"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Text Placeholder 43">
            <a:extLst>
              <a:ext uri="{788A2B65-62B0-4691-A73D-A3F594DEA4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AB4D4D-6622-4D0C-B234-172D79C6B6BC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22671" y="2891858"/>
            <a:ext cx="591969" cy="591969"/>
          </a:xfrm>
          <a:custGeom>
            <a:avLst/>
            <a:gdLst/>
            <a:ahLst/>
            <a:cxnLst/>
            <a:rect l="0" t="0" r="r" b="b"/>
            <a:pathLst>
              <a:path w="789292" h="789292">
                <a:moveTo>
                  <a:pt x="394646" y="0"/>
                </a:moveTo>
                <a:cubicBezTo>
                  <a:pt x="585359" y="0"/>
                  <a:pt x="744475" y="135278"/>
                  <a:pt x="781275" y="315111"/>
                </a:cubicBezTo>
                <a:lnTo>
                  <a:pt x="789292" y="394640"/>
                </a:lnTo>
                <a:lnTo>
                  <a:pt x="789292" y="394652"/>
                </a:lnTo>
                <a:lnTo>
                  <a:pt x="781275" y="474181"/>
                </a:lnTo>
                <a:cubicBezTo>
                  <a:pt x="744475" y="654014"/>
                  <a:pt x="585359" y="789292"/>
                  <a:pt x="394646" y="789292"/>
                </a:cubicBezTo>
                <a:cubicBezTo>
                  <a:pt x="176689" y="789292"/>
                  <a:pt x="0" y="612603"/>
                  <a:pt x="0" y="394646"/>
                </a:cubicBezTo>
                <a:cubicBezTo>
                  <a:pt x="0" y="176689"/>
                  <a:pt x="176689" y="0"/>
                  <a:pt x="39464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1400" b="0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44">
            <a:extLst>
              <a:ext uri="{BAE3FF76-EF3E-47CC-B983-D26F4C55F7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4BFEF8-0D40-434D-A3B7-BE90F692534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926484" y="2218067"/>
            <a:ext cx="1178930" cy="286151"/>
          </a:xfrm>
          <a:custGeom>
            <a:avLst/>
            <a:gdLst/>
            <a:ahLst/>
            <a:cxnLst/>
            <a:rect l="0" t="0" r="r" b="b"/>
            <a:pathLst>
              <a:path w="1571908" h="381535">
                <a:moveTo>
                  <a:pt x="140455" y="0"/>
                </a:moveTo>
                <a:lnTo>
                  <a:pt x="1430377" y="0"/>
                </a:lnTo>
                <a:cubicBezTo>
                  <a:pt x="1508542" y="0"/>
                  <a:pt x="1571908" y="85410"/>
                  <a:pt x="1571908" y="190768"/>
                </a:cubicBezTo>
                <a:cubicBezTo>
                  <a:pt x="1571908" y="296125"/>
                  <a:pt x="1508542" y="381535"/>
                  <a:pt x="1430377" y="381535"/>
                </a:cubicBezTo>
                <a:lnTo>
                  <a:pt x="140455" y="381535"/>
                </a:lnTo>
                <a:cubicBezTo>
                  <a:pt x="81831" y="381535"/>
                  <a:pt x="31531" y="333493"/>
                  <a:pt x="10046" y="265023"/>
                </a:cubicBezTo>
                <a:lnTo>
                  <a:pt x="0" y="197955"/>
                </a:lnTo>
                <a:lnTo>
                  <a:pt x="0" y="183581"/>
                </a:lnTo>
                <a:lnTo>
                  <a:pt x="10046" y="116513"/>
                </a:lnTo>
                <a:cubicBezTo>
                  <a:pt x="31531" y="48043"/>
                  <a:pt x="81831" y="0"/>
                  <a:pt x="140455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0" dirty="0">
                <a:solidFill>
                  <a:schemeClr val="bg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n-US" dirty="0"/>
              <a:t>Label</a:t>
            </a:r>
          </a:p>
        </p:txBody>
      </p:sp>
      <p:sp>
        <p:nvSpPr>
          <p:cNvPr id="19" name="Slide Number Placeholder 5">
            <a:extLst>
              <a:ext uri="{0F516EA1-232B-4D86-A774-713ACD98C95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4BDE05-7E46-4456-9FF3-A2F49B8E208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20" name="Date Placeholder 1">
            <a:extLst>
              <a:ext uri="{5D9064EC-9B98-4BB2-BF01-FF5CA75D36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A8BD22-6ED8-48EC-8090-4DBE64115209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21" name="Footer Placeholder 1">
            <a:extLst>
              <a:ext uri="{967EAD29-A0B0-4F64-AB33-806B568E0E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0402BC-8E97-49EC-99CE-9887F524521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  <p:sp>
        <p:nvSpPr>
          <p:cNvPr id="22" name="Half Frame 21">
            <a:extLst>
              <a:ext uri="{BF27BE10-2342-467C-BB1F-F25A2A215F1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03CAB7-7467-4EFF-9DDE-FEDD52A229FD}"/>
              </a:ext>
            </a:extLst>
          </p:cNvPr>
          <p:cNvSpPr/>
          <p:nvPr userDrawn="1"/>
        </p:nvSpPr>
        <p:spPr>
          <a:xfrm rot="8100000">
            <a:off x="986556" y="3046649"/>
            <a:ext cx="280408" cy="280408"/>
          </a:xfrm>
          <a:prstGeom prst="halfFrame">
            <a:avLst>
              <a:gd name="adj1" fmla="val 7306"/>
              <a:gd name="adj2" fmla="val 10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Half Frame 22">
            <a:extLst>
              <a:ext uri="{2ED8398C-E292-42A5-8D3D-703B62D7819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E7CE57-A107-4614-B4D5-165EB4482744}"/>
              </a:ext>
            </a:extLst>
          </p:cNvPr>
          <p:cNvSpPr/>
          <p:nvPr userDrawn="1"/>
        </p:nvSpPr>
        <p:spPr>
          <a:xfrm rot="8100000">
            <a:off x="986556" y="2149011"/>
            <a:ext cx="280408" cy="280408"/>
          </a:xfrm>
          <a:prstGeom prst="halfFrame">
            <a:avLst>
              <a:gd name="adj1" fmla="val 7306"/>
              <a:gd name="adj2" fmla="val 10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Half Frame 23">
            <a:extLst>
              <a:ext uri="{6639F788-A21A-4BF4-93B4-089F330AD4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77BE9D-7A1D-432B-B850-DBD000FA8E6A}"/>
              </a:ext>
            </a:extLst>
          </p:cNvPr>
          <p:cNvSpPr/>
          <p:nvPr userDrawn="1"/>
        </p:nvSpPr>
        <p:spPr>
          <a:xfrm rot="8100000">
            <a:off x="986558" y="3944287"/>
            <a:ext cx="280408" cy="280408"/>
          </a:xfrm>
          <a:prstGeom prst="halfFrame">
            <a:avLst>
              <a:gd name="adj1" fmla="val 7306"/>
              <a:gd name="adj2" fmla="val 10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Half Frame 24">
            <a:extLst>
              <a:ext uri="{5CAF7DFB-28EA-4B8E-B16D-4F92EDA8C54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C10711-BF86-4CEF-9DF8-E8B17FAB5451}"/>
              </a:ext>
            </a:extLst>
          </p:cNvPr>
          <p:cNvSpPr/>
          <p:nvPr userDrawn="1"/>
        </p:nvSpPr>
        <p:spPr>
          <a:xfrm rot="8100000">
            <a:off x="6263240" y="2934264"/>
            <a:ext cx="423025" cy="423025"/>
          </a:xfrm>
          <a:prstGeom prst="halfFrame">
            <a:avLst>
              <a:gd name="adj1" fmla="val 5257"/>
              <a:gd name="adj2" fmla="val 100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657F1ECC-7B6F-4FB0-A94D-22157AA30F1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 Generation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0CCB2B57-A3CB-43CC-9AF2-ED7B6EC4BA7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8B7007-0088-4649-8F5C-E350DB2ADECD}"/>
              </a:ext>
            </a:extLst>
          </p:cNvPr>
          <p:cNvSpPr>
            <a:spLocks noChangeAspect="1"/>
          </p:cNvSpPr>
          <p:nvPr userDrawn="1"/>
        </p:nvSpPr>
        <p:spPr>
          <a:xfrm>
            <a:off x="4743450" y="1466850"/>
            <a:ext cx="2937736" cy="2933700"/>
          </a:xfrm>
          <a:prstGeom prst="ellipse">
            <a:avLst/>
          </a:prstGeom>
          <a:noFill/>
          <a:ln>
            <a:solidFill>
              <a:srgbClr val="EBB81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Oval 14">
            <a:extLst>
              <a:ext uri="{84922F66-489C-4BF4-A117-7CDF02D35CA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DFEE974-11C4-4AD0-945E-9725A4F031C1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5362708" y="2024605"/>
            <a:ext cx="1700309" cy="1700310"/>
          </a:xfrm>
          <a:prstGeom prst="ellipse">
            <a:avLst/>
          </a:prstGeom>
          <a:pattFill prst="pct20">
            <a:fgClr>
              <a:schemeClr val="tx2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sz="3200" b="0" i="0" dirty="0">
              <a:latin typeface="Dosis"/>
            </a:endParaRPr>
          </a:p>
        </p:txBody>
      </p:sp>
      <p:sp>
        <p:nvSpPr>
          <p:cNvPr id="4" name="Rounded Rectangle 2">
            <a:extLst>
              <a:ext uri="{EC0CE02E-A57C-46BE-AB58-C2A5D669336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378F08E-11F7-4878-815D-0167F49F7D23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Oval 3">
            <a:extLst>
              <a:ext uri="{8F89830A-F9F8-44E3-A09F-F8521404C02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2A234A0-EFD5-40B9-85A0-F00D06E91F14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Title Placeholder 1">
            <a:extLst>
              <a:ext uri="{5E9CD38F-253E-4796-91C4-455570E2A4C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733A88-B62A-42AF-87E9-B024C287438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6" y="330992"/>
            <a:ext cx="7290196" cy="602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Freeform 6">
            <a:extLst>
              <a:ext uri="{BF9B5A91-B7F8-4C6B-8AE8-1DDEDABA026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6180486-2F24-4B00-A36A-98FC5482C4E9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A52A796D-9E5B-4356-AEE0-E3FF0980F7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D07708E-E2D3-4139-9155-7DBBFE44D7AC}"/>
              </a:ext>
            </a:extLst>
          </p:cNvPr>
          <p:cNvSpPr/>
          <p:nvPr userDrawn="1"/>
        </p:nvSpPr>
        <p:spPr>
          <a:xfrm>
            <a:off x="1114199" y="8731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9" name="Freeform 8">
            <a:extLst>
              <a:ext uri="{4304814B-6F6A-4092-AD32-F4327ED2FEE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97313D-0549-4503-B876-B3C19E39B495}"/>
              </a:ext>
            </a:extLst>
          </p:cNvPr>
          <p:cNvSpPr>
            <a:spLocks noChangeAspect="1"/>
          </p:cNvSpPr>
          <p:nvPr userDrawn="1"/>
        </p:nvSpPr>
        <p:spPr>
          <a:xfrm>
            <a:off x="1114199" y="4872506"/>
            <a:ext cx="1112301" cy="270994"/>
          </a:xfrm>
          <a:custGeom>
            <a:avLst/>
            <a:gdLst/>
            <a:ahLst/>
            <a:cxnLst/>
            <a:rect l="0" t="0" r="r" b="b"/>
            <a:pathLst>
              <a:path w="1483069" h="361326">
                <a:moveTo>
                  <a:pt x="741535" y="0"/>
                </a:moveTo>
                <a:cubicBezTo>
                  <a:pt x="1034667" y="0"/>
                  <a:pt x="1296580" y="133668"/>
                  <a:pt x="1469646" y="343376"/>
                </a:cubicBezTo>
                <a:lnTo>
                  <a:pt x="1483069" y="361326"/>
                </a:lnTo>
                <a:lnTo>
                  <a:pt x="0" y="361326"/>
                </a:lnTo>
                <a:lnTo>
                  <a:pt x="13423" y="343376"/>
                </a:lnTo>
                <a:cubicBezTo>
                  <a:pt x="186490" y="133668"/>
                  <a:pt x="448402" y="0"/>
                  <a:pt x="7415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GB" sz="3200" b="0" i="0" dirty="0">
              <a:latin typeface="Dosis"/>
            </a:endParaRPr>
          </a:p>
        </p:txBody>
      </p:sp>
      <p:sp>
        <p:nvSpPr>
          <p:cNvPr id="10" name="Text Placeholder 11">
            <a:extLst>
              <a:ext uri="{2D2DFB05-287E-4192-A118-6FAD2632E3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08555C-898F-4EA2-BC02-465C81932F8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114200" y="1193006"/>
            <a:ext cx="2652067" cy="3363516"/>
          </a:xfrm>
        </p:spPr>
        <p:txBody>
          <a:bodyPr vert="horz" lIns="0" tIns="0" rIns="0" bIns="0" rtlCol="0" anchor="ctr">
            <a:normAutofit/>
          </a:bodyPr>
          <a:lstStyle>
            <a:lvl1pPr marL="285750" lvl="0" indent="-285750">
              <a:buFont typeface="Arial"/>
              <a:buChar char="•"/>
              <a:defRPr lang="en-US" sz="1400" baseline="0" dirty="0"/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1" name="Picture Placeholder 13">
            <a:extLst>
              <a:ext uri="{29205354-455A-4A88-A528-0A785A7EE5A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E3EE589-0B1E-4066-980B-50B88D565109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5616358" y="2278256"/>
            <a:ext cx="1193007" cy="1193007"/>
          </a:xfrm>
          <a:custGeom>
            <a:avLst/>
            <a:gdLst/>
            <a:ahLst/>
            <a:cxnLst/>
            <a:rect l="0" t="0" r="r" b="b"/>
            <a:pathLst>
              <a:path w="1590676" h="1590676">
                <a:moveTo>
                  <a:pt x="795339" y="0"/>
                </a:moveTo>
                <a:cubicBezTo>
                  <a:pt x="1179686" y="0"/>
                  <a:pt x="1500356" y="272628"/>
                  <a:pt x="1574520" y="635051"/>
                </a:cubicBezTo>
                <a:lnTo>
                  <a:pt x="1590676" y="795327"/>
                </a:lnTo>
                <a:lnTo>
                  <a:pt x="1590676" y="795350"/>
                </a:lnTo>
                <a:lnTo>
                  <a:pt x="1574520" y="955627"/>
                </a:lnTo>
                <a:cubicBezTo>
                  <a:pt x="1500356" y="1318048"/>
                  <a:pt x="1179686" y="1590676"/>
                  <a:pt x="795339" y="1590676"/>
                </a:cubicBezTo>
                <a:cubicBezTo>
                  <a:pt x="356086" y="1590676"/>
                  <a:pt x="0" y="1234591"/>
                  <a:pt x="0" y="795338"/>
                </a:cubicBezTo>
                <a:cubicBezTo>
                  <a:pt x="0" y="356085"/>
                  <a:pt x="356086" y="0"/>
                  <a:pt x="795339" y="0"/>
                </a:cubicBezTo>
                <a:close/>
              </a:path>
            </a:pathLst>
          </a:custGeom>
          <a:noFill/>
        </p:spPr>
        <p:txBody>
          <a:bodyPr vert="horz" wrap="square" tIns="108000" rtlCol="0">
            <a:noAutofit/>
          </a:bodyPr>
          <a:lstStyle>
            <a:lvl1pPr lvl="0" algn="ctr">
              <a:defRPr lang="en-US" sz="14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2" name="Slide Number Placeholder 5">
            <a:extLst>
              <a:ext uri="{DD14D626-4A7A-45A7-82A5-9799D0C3457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F3E920-6B42-4AAE-9C0D-768B236613A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3" name="Title 12">
            <a:extLst>
              <a:ext uri="{5A492F17-123E-41BB-AF3A-8D24B1157EE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CAB6E7-8BE1-482A-B07D-D8C9F82EDA39}"/>
              </a:ext>
            </a:extLst>
          </p:cNvPr>
          <p:cNvSpPr>
            <a:spLocks noGrp="1" noChangeAspect="1"/>
          </p:cNvSpPr>
          <p:nvPr>
            <p:ph type="title" idx="14"/>
          </p:nvPr>
        </p:nvSpPr>
        <p:spPr>
          <a:xfrm>
            <a:off x="5808526" y="1109367"/>
            <a:ext cx="781050" cy="781120"/>
          </a:xfrm>
          <a:prstGeom prst="ellipse">
            <a:avLst/>
          </a:prstGeom>
          <a:solidFill>
            <a:srgbClr val="007FD6"/>
          </a:solidFill>
          <a:ln w="107156" cap="rnd">
            <a:solidFill>
              <a:schemeClr val="bg1"/>
            </a:solidFill>
            <a:prstDash val="solid"/>
          </a:ln>
        </p:spPr>
        <p:txBody>
          <a:bodyPr vert="horz" lIns="47625" tIns="47625" rIns="47625" bIns="47625" rtlCol="0" anchor="ctr">
            <a:noAutofit/>
          </a:bodyPr>
          <a:lstStyle>
            <a:lvl1pPr lvl="0" algn="ctr">
              <a:lnSpc>
                <a:spcPct val="100000"/>
              </a:lnSpc>
              <a:defRPr lang="en-US" sz="1000" b="0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4" name="Title 13">
            <a:extLst>
              <a:ext uri="{06016673-D053-4B17-9052-31549041C9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4B9049B-C4CA-40DB-BF04-256CDD792DE2}"/>
              </a:ext>
            </a:extLst>
          </p:cNvPr>
          <p:cNvSpPr>
            <a:spLocks noGrp="1" noChangeAspect="1"/>
          </p:cNvSpPr>
          <p:nvPr>
            <p:ph type="title" idx="15"/>
          </p:nvPr>
        </p:nvSpPr>
        <p:spPr>
          <a:xfrm>
            <a:off x="4379776" y="2219287"/>
            <a:ext cx="781050" cy="781120"/>
          </a:xfrm>
          <a:prstGeom prst="ellipse">
            <a:avLst/>
          </a:prstGeom>
          <a:solidFill>
            <a:srgbClr val="007FD6"/>
          </a:solidFill>
          <a:ln w="107156" cap="rnd">
            <a:solidFill>
              <a:schemeClr val="bg1"/>
            </a:solidFill>
            <a:prstDash val="solid"/>
            <a:round/>
          </a:ln>
        </p:spPr>
        <p:txBody>
          <a:bodyPr vert="horz" lIns="47625" tIns="47625" rIns="47625" bIns="47625" rtlCol="0" anchor="ctr">
            <a:noAutofit/>
          </a:bodyPr>
          <a:lstStyle>
            <a:lvl1pPr lvl="0" algn="ctr">
              <a:lnSpc>
                <a:spcPct val="100000"/>
              </a:lnSpc>
              <a:defRPr lang="en-US" sz="1000" b="0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5" name="Title 14">
            <a:extLst>
              <a:ext uri="{C7278B4A-4E0F-44F1-B744-165D1B88A6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A001AFF-41D0-49CF-86ED-C0BCCC7F3086}"/>
              </a:ext>
            </a:extLst>
          </p:cNvPr>
          <p:cNvSpPr>
            <a:spLocks noGrp="1" noChangeAspect="1"/>
          </p:cNvSpPr>
          <p:nvPr>
            <p:ph type="title" idx="16"/>
          </p:nvPr>
        </p:nvSpPr>
        <p:spPr>
          <a:xfrm>
            <a:off x="7258050" y="2219287"/>
            <a:ext cx="781050" cy="781120"/>
          </a:xfrm>
          <a:prstGeom prst="ellipse">
            <a:avLst/>
          </a:prstGeom>
          <a:solidFill>
            <a:srgbClr val="007FD6"/>
          </a:solidFill>
          <a:ln w="107156" cap="rnd">
            <a:solidFill>
              <a:schemeClr val="bg1"/>
            </a:solidFill>
            <a:prstDash val="solid"/>
          </a:ln>
        </p:spPr>
        <p:txBody>
          <a:bodyPr vert="horz" lIns="47625" tIns="47625" rIns="47625" bIns="47625" rtlCol="0" anchor="ctr">
            <a:noAutofit/>
          </a:bodyPr>
          <a:lstStyle>
            <a:lvl1pPr lvl="0" algn="ctr">
              <a:lnSpc>
                <a:spcPct val="100000"/>
              </a:lnSpc>
              <a:defRPr lang="en-US" sz="1000" b="0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6" name="Title 15">
            <a:extLst>
              <a:ext uri="{BBD63BD8-312C-48A7-B5CE-FED83167CF4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719617-49B1-4808-9F37-0DFC161C64BF}"/>
              </a:ext>
            </a:extLst>
          </p:cNvPr>
          <p:cNvSpPr>
            <a:spLocks noGrp="1" noChangeAspect="1"/>
          </p:cNvSpPr>
          <p:nvPr>
            <p:ph type="title" idx="17"/>
          </p:nvPr>
        </p:nvSpPr>
        <p:spPr>
          <a:xfrm>
            <a:off x="4991100" y="3829659"/>
            <a:ext cx="781050" cy="781120"/>
          </a:xfrm>
          <a:prstGeom prst="ellipse">
            <a:avLst/>
          </a:prstGeom>
          <a:solidFill>
            <a:srgbClr val="007FD6"/>
          </a:solidFill>
          <a:ln w="107156" cap="rnd">
            <a:solidFill>
              <a:schemeClr val="bg1"/>
            </a:solidFill>
            <a:prstDash val="solid"/>
          </a:ln>
        </p:spPr>
        <p:txBody>
          <a:bodyPr vert="horz" lIns="47625" tIns="47625" rIns="47625" bIns="47625" rtlCol="0" anchor="ctr">
            <a:noAutofit/>
          </a:bodyPr>
          <a:lstStyle>
            <a:lvl1pPr lvl="0" algn="ctr">
              <a:lnSpc>
                <a:spcPct val="100000"/>
              </a:lnSpc>
              <a:defRPr lang="en-US" sz="1000" b="0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7" name="Title 16">
            <a:extLst>
              <a:ext uri="{844380EC-B317-44F9-9FB0-B2D2B80355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AA65EC-B793-45DE-9B9D-7DEDDA7A9BC4}"/>
              </a:ext>
            </a:extLst>
          </p:cNvPr>
          <p:cNvSpPr>
            <a:spLocks noGrp="1" noChangeAspect="1"/>
          </p:cNvSpPr>
          <p:nvPr>
            <p:ph type="title" idx="18"/>
          </p:nvPr>
        </p:nvSpPr>
        <p:spPr>
          <a:xfrm>
            <a:off x="6705600" y="3788473"/>
            <a:ext cx="781050" cy="781120"/>
          </a:xfrm>
          <a:prstGeom prst="ellipse">
            <a:avLst/>
          </a:prstGeom>
          <a:solidFill>
            <a:srgbClr val="007FD6"/>
          </a:solidFill>
          <a:ln w="107156" cap="rnd">
            <a:solidFill>
              <a:schemeClr val="bg1"/>
            </a:solidFill>
            <a:prstDash val="solid"/>
          </a:ln>
        </p:spPr>
        <p:txBody>
          <a:bodyPr vert="horz" lIns="47625" tIns="47625" rIns="47625" bIns="47625" rtlCol="0" anchor="ctr">
            <a:noAutofit/>
          </a:bodyPr>
          <a:lstStyle>
            <a:lvl1pPr lvl="0" algn="ctr">
              <a:lnSpc>
                <a:spcPct val="100000"/>
              </a:lnSpc>
              <a:defRPr lang="en-US" sz="1000" b="0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8" name="Date Placeholder 1">
            <a:extLst>
              <a:ext uri="{E07AE824-AD1C-468B-973B-B525BEBC08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8CFDDC-1CD4-4414-B168-BE931E2D0D72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9" name="Footer Placeholder 1">
            <a:extLst>
              <a:ext uri="{374AA996-7629-487A-9A23-1584606953E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DE3FD6-ED00-476E-A7C6-8EA0A68DE6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E72C895F-21ED-4C0C-8A0F-559A284449C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>
            <a:extLst>
              <a:ext uri="{9792FDD0-C830-4CA9-AB9D-8D2481B6D4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BFB0DAB-CA17-4ECF-B067-7658C4A48D67}"/>
              </a:ext>
            </a:extLst>
          </p:cNvPr>
          <p:cNvSpPr/>
          <p:nvPr userDrawn="1"/>
        </p:nvSpPr>
        <p:spPr>
          <a:xfrm>
            <a:off x="4472608" y="0"/>
            <a:ext cx="4671391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Chart Placeholder 19">
            <a:extLst>
              <a:ext uri="{EF78E5B2-5100-4AD6-8FBA-6617412B341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69928C-6174-48F3-BFED-B826EBA35818}"/>
              </a:ext>
            </a:extLst>
          </p:cNvPr>
          <p:cNvSpPr>
            <a:spLocks noGrp="1"/>
          </p:cNvSpPr>
          <p:nvPr>
            <p:ph type="chart"/>
          </p:nvPr>
        </p:nvSpPr>
        <p:spPr>
          <a:xfrm>
            <a:off x="4681330" y="991049"/>
            <a:ext cx="4199542" cy="3551660"/>
          </a:xfrm>
        </p:spPr>
        <p:txBody>
          <a:bodyPr vert="horz" rtlCol="0" anchor="ctr">
            <a:normAutofit/>
          </a:bodyPr>
          <a:lstStyle>
            <a:lvl1pPr marL="0" lvl="0" indent="0" algn="ctr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chart</a:t>
            </a:r>
          </a:p>
        </p:txBody>
      </p:sp>
      <p:sp>
        <p:nvSpPr>
          <p:cNvPr id="4" name="Text Placeholder 4">
            <a:extLst>
              <a:ext uri="{E5524963-34E2-45AD-A62B-7EDCE7413EC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D84B85B-C48B-4CE2-8D76-FF5346E06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4196" y="1193006"/>
            <a:ext cx="3159627" cy="586098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l">
              <a:buNone/>
              <a:defRPr lang="en-US" sz="18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5" name="Freeform 13">
            <a:extLst>
              <a:ext uri="{92A480C2-6251-4ECB-8E6F-1655E85710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36ECC3C-E3CB-4C6C-9B5A-8097EA55026C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14">
            <a:extLst>
              <a:ext uri="{1664226B-5F48-43DC-BADE-D776F5A121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E4F8D5-4243-4F5B-A49E-ADBA36E390DB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Title Placeholder 1">
            <a:extLst>
              <a:ext uri="{CE907FBE-214D-4FE9-934B-C7D2E3581C6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AB33C6-E873-45B7-B80D-6236BBB4E8C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15615" y="216693"/>
            <a:ext cx="3158210" cy="5982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Oval 21">
            <a:extLst>
              <a:ext uri="{CA9C9430-9312-43CC-8993-C4CB9C62150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0271CB-F062-4C5B-AD67-3C7B73618A3A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25">
            <a:extLst>
              <a:ext uri="{E5C05286-ED95-4B5D-9542-CB014862A00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94C0AA0-053A-471C-9E44-DDA09878C89C}"/>
              </a:ext>
            </a:extLst>
          </p:cNvPr>
          <p:cNvSpPr/>
          <p:nvPr userDrawn="1"/>
        </p:nvSpPr>
        <p:spPr>
          <a:xfrm>
            <a:off x="1114199" y="8731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0" name="Rounded Rectangle 37">
            <a:extLst>
              <a:ext uri="{E43598C1-7ECE-463D-AC89-FADC8C878D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2A37C6E-162E-4155-9F39-3DC2A393B208}"/>
              </a:ext>
            </a:extLst>
          </p:cNvPr>
          <p:cNvSpPr/>
          <p:nvPr userDrawn="1"/>
        </p:nvSpPr>
        <p:spPr>
          <a:xfrm>
            <a:off x="8491447" y="33093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1" name="Text Placeholder 8">
            <a:extLst>
              <a:ext uri="{D0D18EA5-D353-4C1D-8349-F8FF051D76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85AFDB5-DB8F-4AB9-B7BD-C052BE77971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14196" y="1878806"/>
            <a:ext cx="3159626" cy="2674143"/>
          </a:xfrm>
        </p:spPr>
        <p:txBody>
          <a:bodyPr vert="horz" lIns="0" tIns="0" rIns="0" bIns="0" rtlCol="0">
            <a:normAutofit/>
          </a:bodyPr>
          <a:lstStyle>
            <a:lvl1pPr marL="0" lvl="0" indent="0"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2" name="Slide Number Placeholder 5">
            <a:extLst>
              <a:ext uri="{20B7248D-01E5-48F6-9BB5-20A622351E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F4C701-2B6D-4C4B-B1E7-4CDF6D426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5984" y="4522013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3" name="Date Placeholder 1">
            <a:extLst>
              <a:ext uri="{A1DEC47F-6D9C-46F3-949B-8371EE8459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2D22240-FFB4-4DE8-8819-16DE466FADB5}"/>
              </a:ext>
            </a:extLst>
          </p:cNvPr>
          <p:cNvSpPr>
            <a:spLocks noGrp="1"/>
          </p:cNvSpPr>
          <p:nvPr>
            <p:ph type="dt" sz="half" idx="5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4" name="Footer Placeholder 1">
            <a:extLst>
              <a:ext uri="{3510AA32-1106-4D5A-BE54-F3A8E7AF8CE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E936961-6FCA-4748-AA9B-F307F3C99D96}"/>
              </a:ext>
            </a:extLst>
          </p:cNvPr>
          <p:cNvSpPr>
            <a:spLocks noGrp="1"/>
          </p:cNvSpPr>
          <p:nvPr>
            <p:ph type="ftr" sz="quarter" idx="6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AED31C98-D8E0-4F01-BDE0-C77614AFD46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les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63A60668-5FFA-482B-8A01-C7D0F3725D9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BF00107-453F-433B-A4BE-914037327CAC}"/>
              </a:ext>
            </a:extLst>
          </p:cNvPr>
          <p:cNvSpPr>
            <a:spLocks noChangeAspect="1"/>
          </p:cNvSpPr>
          <p:nvPr userDrawn="1"/>
        </p:nvSpPr>
        <p:spPr>
          <a:xfrm>
            <a:off x="4543796" y="340537"/>
            <a:ext cx="4181475" cy="4181475"/>
          </a:xfrm>
          <a:prstGeom prst="ellipse">
            <a:avLst/>
          </a:prstGeom>
          <a:solidFill>
            <a:srgbClr val="F2D4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B18376E3-F935-4D51-893E-5D2579ABDD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9F0EBC-F620-4F5E-BCAB-6694183AB25B}"/>
              </a:ext>
            </a:extLst>
          </p:cNvPr>
          <p:cNvSpPr>
            <a:spLocks noChangeAspect="1"/>
          </p:cNvSpPr>
          <p:nvPr userDrawn="1"/>
        </p:nvSpPr>
        <p:spPr>
          <a:xfrm>
            <a:off x="4858121" y="969187"/>
            <a:ext cx="3552825" cy="3552825"/>
          </a:xfrm>
          <a:prstGeom prst="ellipse">
            <a:avLst/>
          </a:prstGeom>
          <a:solidFill>
            <a:srgbClr val="EEC5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8433FD47-0F41-4964-B1D3-218D3AEE5A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75A5540-8C68-4B68-A850-73754DACE7D6}"/>
              </a:ext>
            </a:extLst>
          </p:cNvPr>
          <p:cNvSpPr>
            <a:spLocks noChangeAspect="1"/>
          </p:cNvSpPr>
          <p:nvPr userDrawn="1"/>
        </p:nvSpPr>
        <p:spPr>
          <a:xfrm>
            <a:off x="5172446" y="1597837"/>
            <a:ext cx="2924175" cy="2924175"/>
          </a:xfrm>
          <a:prstGeom prst="ellipse">
            <a:avLst/>
          </a:prstGeom>
          <a:solidFill>
            <a:srgbClr val="F3AA4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BBD7B665-EA94-4665-9C9C-D9F27720EC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46E1B11-53FA-4C1C-B787-CA2986043AB7}"/>
              </a:ext>
            </a:extLst>
          </p:cNvPr>
          <p:cNvSpPr>
            <a:spLocks noChangeAspect="1"/>
          </p:cNvSpPr>
          <p:nvPr userDrawn="1"/>
        </p:nvSpPr>
        <p:spPr>
          <a:xfrm>
            <a:off x="5486771" y="2216962"/>
            <a:ext cx="2305050" cy="2305050"/>
          </a:xfrm>
          <a:prstGeom prst="ellipse">
            <a:avLst/>
          </a:prstGeom>
          <a:solidFill>
            <a:srgbClr val="F596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AEB72827-3B51-43A3-80F0-A55223876AE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215E808-7AF8-4FA0-B780-65F5520A50F9}"/>
              </a:ext>
            </a:extLst>
          </p:cNvPr>
          <p:cNvSpPr>
            <a:spLocks noChangeAspect="1"/>
          </p:cNvSpPr>
          <p:nvPr userDrawn="1"/>
        </p:nvSpPr>
        <p:spPr>
          <a:xfrm>
            <a:off x="5801096" y="2845613"/>
            <a:ext cx="1676400" cy="1676400"/>
          </a:xfrm>
          <a:prstGeom prst="ellipse">
            <a:avLst/>
          </a:prstGeom>
          <a:solidFill>
            <a:srgbClr val="F8803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5">
            <a:extLst>
              <a:ext uri="{7A464F81-F1FB-421B-8054-7EDD71E7ED0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8A6B50-694A-4BF7-ABC4-62D808ABEEE8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4F9C2D5A-153E-428B-B4F2-A7AF086BA6A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26853B-B9DE-4C95-B511-381C5B9A975C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B23566F-85BE-437E-976E-369EF5045E7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23A0F2-6BC4-4E91-9F2B-E29A791439D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115615" y="1189701"/>
            <a:ext cx="3158211" cy="281627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8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10" name="Text Placeholder 2">
            <a:extLst>
              <a:ext uri="{A316C068-E3F8-4CA5-90ED-A26F38B77D8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B989C1F-CCE6-4A64-B431-046B953E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615" y="1509264"/>
            <a:ext cx="3158211" cy="764379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1" name="Text Placeholder 2">
            <a:extLst>
              <a:ext uri="{69A009B2-A755-4F55-9E67-E36FCFB9046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D701F-8E14-4B67-BC62-2658E4E7E29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15615" y="2334225"/>
            <a:ext cx="3158211" cy="281627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8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12" name="Text Placeholder 2">
            <a:extLst>
              <a:ext uri="{145C24DE-7867-4FF1-A2D0-4E5F35625E1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083B4F-5E52-4F24-B5F2-EDADD7B3B2B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15615" y="2653798"/>
            <a:ext cx="3158211" cy="764379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Text Placeholder 2">
            <a:extLst>
              <a:ext uri="{234AFDFE-F89F-4A2A-80C7-0CC3D50A224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0B4669-1990-45C2-8094-92A3EDA8327C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115615" y="3478758"/>
            <a:ext cx="3158211" cy="281627"/>
          </a:xfrm>
        </p:spPr>
        <p:txBody>
          <a:bodyPr vert="horz" lIns="0" tIns="0" rIns="0" bIns="0" rtlCol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/>
              <a:buNone/>
              <a:defRPr lang="en-US" sz="1800" b="1" dirty="0">
                <a:solidFill>
                  <a:schemeClr val="bg2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/>
              <a:buNone/>
            </a:pPr>
            <a:r>
              <a:rPr lang="en-US" dirty="0"/>
              <a:t>Add subheading</a:t>
            </a:r>
          </a:p>
        </p:txBody>
      </p:sp>
      <p:sp>
        <p:nvSpPr>
          <p:cNvPr id="14" name="Text Placeholder 2">
            <a:extLst>
              <a:ext uri="{11525142-4FE3-4479-AA80-E0B380FC0BE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5B25D0-4946-481F-845E-C134A154259D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115615" y="3798327"/>
            <a:ext cx="3158211" cy="764379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5" name="Title Placeholder 1">
            <a:extLst>
              <a:ext uri="{09054FA2-CE18-49B1-823A-5FB4103C9B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312E157-894A-40A9-A4F6-76E98521099B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1115615" y="254793"/>
            <a:ext cx="3158210" cy="5982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6" name="Rounded Rectangle 23">
            <a:extLst>
              <a:ext uri="{ECD0E5EA-3CB5-4DE6-B2CF-822DBE9BBA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9728484-C2AE-45D7-BC97-5E8C2355B8C1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7" name="Rounded Rectangle 24">
            <a:extLst>
              <a:ext uri="{E8FC6F28-87FB-41F7-A6DB-FD3B8D37432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7F6BE7-4A92-47BF-A198-1D69CD2E3BA9}"/>
              </a:ext>
            </a:extLst>
          </p:cNvPr>
          <p:cNvSpPr/>
          <p:nvPr userDrawn="1"/>
        </p:nvSpPr>
        <p:spPr>
          <a:xfrm>
            <a:off x="1114199" y="8731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5">
            <a:extLst>
              <a:ext uri="{0C170FE8-FF71-4391-9D49-9881942722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1E4CCA-BC4A-4AC5-AFC5-A8ADC3332D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9" name="Title 18">
            <a:extLst>
              <a:ext uri="{CC1CD1E5-E4B1-4BF5-AD13-931880C5D6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F3E42C-410C-4F44-B3B3-C74684182C07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5208403" y="474583"/>
            <a:ext cx="2857500" cy="4762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200" b="0" cap="all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20" name="Title 19">
            <a:extLst>
              <a:ext uri="{70E75F04-AA6C-4C05-BA1F-BBFC26488D3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0CD934D-E603-4FCF-BFEC-E2F0F7947C41}"/>
              </a:ext>
            </a:extLst>
          </p:cNvPr>
          <p:cNvSpPr>
            <a:spLocks noGrp="1"/>
          </p:cNvSpPr>
          <p:nvPr>
            <p:ph type="title" idx="9"/>
          </p:nvPr>
        </p:nvSpPr>
        <p:spPr>
          <a:xfrm>
            <a:off x="5208403" y="1093289"/>
            <a:ext cx="2857500" cy="4762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200" b="0" cap="all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21" name="Title 20">
            <a:extLst>
              <a:ext uri="{622A185C-2800-480A-9A63-0D454170D9C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263E9E-9A51-4AA6-BFF4-79611FC9E18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5208403" y="1702889"/>
            <a:ext cx="2857500" cy="4762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200" b="0" cap="all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22" name="Title 21">
            <a:extLst>
              <a:ext uri="{88E0AA13-6940-47E4-92F5-A6B85C7726E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B1BD3CF-E61F-4BF4-A8FD-83E723BD7640}"/>
              </a:ext>
            </a:extLst>
          </p:cNvPr>
          <p:cNvSpPr>
            <a:spLocks noGrp="1"/>
          </p:cNvSpPr>
          <p:nvPr>
            <p:ph type="title" idx="11"/>
          </p:nvPr>
        </p:nvSpPr>
        <p:spPr>
          <a:xfrm>
            <a:off x="5208403" y="2395461"/>
            <a:ext cx="2857500" cy="4762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200" b="0" cap="all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23" name="Title 22">
            <a:extLst>
              <a:ext uri="{B0DE3556-E785-48F1-86E3-100455D2D74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D5AC090-9D4B-4FD7-9099-1680531B0335}"/>
              </a:ext>
            </a:extLst>
          </p:cNvPr>
          <p:cNvSpPr>
            <a:spLocks noGrp="1"/>
          </p:cNvSpPr>
          <p:nvPr>
            <p:ph type="title" idx="12"/>
          </p:nvPr>
        </p:nvSpPr>
        <p:spPr>
          <a:xfrm>
            <a:off x="5208403" y="3514725"/>
            <a:ext cx="2857500" cy="4762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200" b="0" cap="all" dirty="0">
                <a:solidFill>
                  <a:schemeClr val="bg1"/>
                </a:solidFill>
                <a:latin typeface="Dosis"/>
              </a:defRPr>
            </a:lvl1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24" name="Date Placeholder 1">
            <a:extLst>
              <a:ext uri="{41C9F498-857D-4C0B-9740-FF57BE62588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1E4E720-1611-47EF-B935-CFF39CA54D6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25" name="Footer Placeholder 1">
            <a:extLst>
              <a:ext uri="{8A00BADC-DE62-41FE-97A8-09CED35E1B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8E91327-0D48-4A2D-83DF-A806C4245F9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BC27E986-6E69-45B3-993E-BC03931821E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portunity Sc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3">
            <a:extLst>
              <a:ext uri="{1FC4F01E-0D79-4840-8BB6-19F0CF34C8F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D493B8-C07D-4598-A1E3-B80403B884A8}"/>
              </a:ext>
            </a:extLst>
          </p:cNvPr>
          <p:cNvSpPr/>
          <p:nvPr userDrawn="1"/>
        </p:nvSpPr>
        <p:spPr>
          <a:xfrm rot="10800000">
            <a:off x="-37976" y="1895475"/>
            <a:ext cx="8693304" cy="3262668"/>
          </a:xfrm>
          <a:custGeom>
            <a:avLst/>
            <a:gdLst/>
            <a:ahLst/>
            <a:cxnLst/>
            <a:rect l="0" t="0" r="r" b="b"/>
            <a:pathLst>
              <a:path w="11591072" h="4350224">
                <a:moveTo>
                  <a:pt x="2080128" y="0"/>
                </a:moveTo>
                <a:lnTo>
                  <a:pt x="2144748" y="3412"/>
                </a:lnTo>
                <a:lnTo>
                  <a:pt x="11591072" y="3412"/>
                </a:lnTo>
                <a:lnTo>
                  <a:pt x="11591072" y="4350224"/>
                </a:lnTo>
                <a:lnTo>
                  <a:pt x="2080128" y="4350224"/>
                </a:lnTo>
                <a:lnTo>
                  <a:pt x="2071971" y="4350224"/>
                </a:lnTo>
                <a:lnTo>
                  <a:pt x="2071971" y="4349794"/>
                </a:lnTo>
                <a:lnTo>
                  <a:pt x="1867448" y="4338994"/>
                </a:lnTo>
                <a:cubicBezTo>
                  <a:pt x="818530" y="4227607"/>
                  <a:pt x="0" y="3301313"/>
                  <a:pt x="0" y="2175112"/>
                </a:cubicBezTo>
                <a:cubicBezTo>
                  <a:pt x="0" y="973831"/>
                  <a:pt x="931305" y="0"/>
                  <a:pt x="20801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Freeform 5">
            <a:extLst>
              <a:ext uri="{17FBE419-DD79-4216-B836-E353424AB35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C2DC72-BB34-4E91-9765-BD7DE45E7CE2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6">
            <a:extLst>
              <a:ext uri="{445EACF4-FC3F-4AA8-B6DA-6B183A91F7E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D8246D-83F8-4920-AB0E-045DBC7B29A5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Oval 9">
            <a:extLst>
              <a:ext uri="{97E3265D-1AB8-4F81-A2E4-AF593CF4C9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9F5406-BFDB-4DD8-B793-165071E9476D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11">
            <a:extLst>
              <a:ext uri="{1AF4F92D-EE78-47AF-BC99-12D4416D8A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6D32D6-F017-42BA-B320-43534C40899E}"/>
              </a:ext>
            </a:extLst>
          </p:cNvPr>
          <p:cNvSpPr/>
          <p:nvPr userDrawn="1"/>
        </p:nvSpPr>
        <p:spPr>
          <a:xfrm>
            <a:off x="8491447" y="33093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Table Placeholder 14">
            <a:extLst>
              <a:ext uri="{DA64CEDE-64E7-414E-B422-10210F4C71E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01CE543-B37E-4EEF-ADD7-0F7F191BB18A}"/>
              </a:ext>
            </a:extLst>
          </p:cNvPr>
          <p:cNvSpPr>
            <a:spLocks noGrp="1"/>
          </p:cNvSpPr>
          <p:nvPr>
            <p:ph type="tbl"/>
          </p:nvPr>
        </p:nvSpPr>
        <p:spPr>
          <a:xfrm>
            <a:off x="5924550" y="2118817"/>
            <a:ext cx="1838325" cy="2466975"/>
          </a:xfrm>
        </p:spPr>
        <p:txBody>
          <a:bodyPr vert="horz" rtlCol="0" anchor="ctr">
            <a:noAutofit/>
          </a:bodyPr>
          <a:lstStyle>
            <a:lvl1pPr lvl="0">
              <a:defRPr lang="en-US" sz="140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table</a:t>
            </a:r>
          </a:p>
        </p:txBody>
      </p:sp>
      <p:sp>
        <p:nvSpPr>
          <p:cNvPr id="8" name="Title Placeholder 1">
            <a:extLst>
              <a:ext uri="{F241F646-00A5-410B-964E-4228A4F4E24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195C57-2D29-40B8-973E-C05FF3B72374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6" y="863203"/>
            <a:ext cx="2927533" cy="64641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Rounded Rectangle 17">
            <a:extLst>
              <a:ext uri="{B900E474-8783-4A94-8FAB-27EEA669D54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3190C5-C656-43F0-A0F2-6EFA79E91B8C}"/>
              </a:ext>
            </a:extLst>
          </p:cNvPr>
          <p:cNvSpPr/>
          <p:nvPr userDrawn="1"/>
        </p:nvSpPr>
        <p:spPr>
          <a:xfrm>
            <a:off x="1114199" y="1598100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0" name="Picture Placeholder 3">
            <a:extLst>
              <a:ext uri="{1335EDBC-0F64-48B3-A57B-CA00EA0D297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ED2815-16F1-48E1-A7AF-2B97764453D6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108524" y="330992"/>
            <a:ext cx="390491" cy="383400"/>
          </a:xfrm>
        </p:spPr>
        <p:txBody>
          <a:bodyPr vert="horz" rtlCol="0">
            <a:normAutofit/>
          </a:bodyPr>
          <a:lstStyle>
            <a:lvl1pPr lvl="0" algn="ctr">
              <a:defRPr lang="en-US" sz="1800" dirty="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1" name="Table Placeholder 14">
            <a:extLst>
              <a:ext uri="{2BB3B271-A277-44AA-B1B5-B94E6D81720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EC5AF4-7A3E-4FD7-BB16-F5DBDEF9889C}"/>
              </a:ext>
            </a:extLst>
          </p:cNvPr>
          <p:cNvSpPr>
            <a:spLocks noGrp="1"/>
          </p:cNvSpPr>
          <p:nvPr>
            <p:ph type="tbl" idx="3"/>
          </p:nvPr>
        </p:nvSpPr>
        <p:spPr>
          <a:xfrm>
            <a:off x="1123950" y="2114550"/>
            <a:ext cx="4695825" cy="2466975"/>
          </a:xfrm>
        </p:spPr>
        <p:txBody>
          <a:bodyPr vert="horz" rtlCol="0" anchor="ctr">
            <a:noAutofit/>
          </a:bodyPr>
          <a:lstStyle>
            <a:lvl1pPr lvl="0">
              <a:defRPr lang="en-US" sz="140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table</a:t>
            </a:r>
          </a:p>
        </p:txBody>
      </p:sp>
      <p:sp>
        <p:nvSpPr>
          <p:cNvPr id="12" name="Vertical Text Placeholder 22">
            <a:extLst>
              <a:ext uri="{BE53834A-F5FD-45CC-8329-1C06B815E02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E4CBD5-62D3-4C2E-86BA-A9FC33F3116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 rot="16200000" flipV="1">
            <a:off x="-323850" y="3259883"/>
            <a:ext cx="2466975" cy="171450"/>
          </a:xfrm>
        </p:spPr>
        <p:txBody>
          <a:bodyPr rot="10800000" vert="horz" lIns="0" tIns="0" rIns="0" bIns="0" rtlCol="0">
            <a:normAutofit/>
          </a:bodyPr>
          <a:lstStyle>
            <a:lvl1pPr lvl="0">
              <a:defRPr lang="en-US" sz="1200" dirty="0">
                <a:solidFill>
                  <a:schemeClr val="tx2"/>
                </a:solidFill>
              </a:defRPr>
            </a:lvl1pPr>
            <a:lvl2pPr lvl="1">
              <a:defRPr lang="en-US" dirty="0">
                <a:solidFill>
                  <a:schemeClr val="bg1"/>
                </a:solidFill>
              </a:defRPr>
            </a:lvl2pPr>
            <a:lvl3pPr lvl="2">
              <a:defRPr lang="en-US" dirty="0">
                <a:solidFill>
                  <a:schemeClr val="bg1"/>
                </a:solidFill>
              </a:defRPr>
            </a:lvl3pPr>
            <a:lvl4pPr lvl="3">
              <a:defRPr lang="en-US" dirty="0">
                <a:solidFill>
                  <a:schemeClr val="bg1"/>
                </a:solidFill>
              </a:defRPr>
            </a:lvl4pPr>
            <a:lvl5pPr lvl="4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Axis Y</a:t>
            </a:r>
          </a:p>
        </p:txBody>
      </p:sp>
      <p:sp>
        <p:nvSpPr>
          <p:cNvPr id="13" name="Vertical Text Placeholder 22">
            <a:extLst>
              <a:ext uri="{0E9AD56C-A7AA-430C-BB3A-AEA10CED784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0F89B7-D617-43DD-B420-3C01C8B8F1BB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129445" y="4695825"/>
            <a:ext cx="4695825" cy="161925"/>
          </a:xfrm>
        </p:spPr>
        <p:txBody>
          <a:bodyPr vert="horz" lIns="0" tIns="0" rIns="0" bIns="0" rtlCol="0">
            <a:normAutofit/>
          </a:bodyPr>
          <a:lstStyle>
            <a:lvl1pPr lvl="0">
              <a:defRPr lang="en-US" sz="1200" dirty="0">
                <a:solidFill>
                  <a:schemeClr val="tx2"/>
                </a:solidFill>
              </a:defRPr>
            </a:lvl1pPr>
            <a:lvl2pPr lvl="1">
              <a:defRPr lang="en-US" dirty="0">
                <a:solidFill>
                  <a:schemeClr val="bg1"/>
                </a:solidFill>
              </a:defRPr>
            </a:lvl2pPr>
            <a:lvl3pPr lvl="2">
              <a:defRPr lang="en-US" dirty="0">
                <a:solidFill>
                  <a:schemeClr val="bg1"/>
                </a:solidFill>
              </a:defRPr>
            </a:lvl3pPr>
            <a:lvl4pPr lvl="3">
              <a:defRPr lang="en-US" dirty="0">
                <a:solidFill>
                  <a:schemeClr val="bg1"/>
                </a:solidFill>
              </a:defRPr>
            </a:lvl4pPr>
            <a:lvl5pPr lvl="4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Axis X</a:t>
            </a:r>
          </a:p>
        </p:txBody>
      </p:sp>
      <p:sp>
        <p:nvSpPr>
          <p:cNvPr id="14" name="Freeform 34">
            <a:extLst>
              <a:ext uri="{6343F986-3899-4378-B221-D66BB982ED6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C309D7-24BD-4AA4-8521-DFF966510CED}"/>
              </a:ext>
            </a:extLst>
          </p:cNvPr>
          <p:cNvSpPr/>
          <p:nvPr userDrawn="1"/>
        </p:nvSpPr>
        <p:spPr>
          <a:xfrm>
            <a:off x="5653598" y="-1176"/>
            <a:ext cx="2887893" cy="518086"/>
          </a:xfrm>
          <a:custGeom>
            <a:avLst/>
            <a:gdLst/>
            <a:ahLst/>
            <a:cxnLst/>
            <a:rect l="0" t="0" r="r" b="b"/>
            <a:pathLst>
              <a:path w="3850525" h="690782">
                <a:moveTo>
                  <a:pt x="1925261" y="690782"/>
                </a:moveTo>
                <a:cubicBezTo>
                  <a:pt x="1218066" y="690782"/>
                  <a:pt x="567359" y="448925"/>
                  <a:pt x="51344" y="43412"/>
                </a:cubicBezTo>
                <a:lnTo>
                  <a:pt x="0" y="0"/>
                </a:lnTo>
                <a:lnTo>
                  <a:pt x="3850525" y="0"/>
                </a:lnTo>
                <a:lnTo>
                  <a:pt x="3799182" y="43412"/>
                </a:lnTo>
                <a:cubicBezTo>
                  <a:pt x="3283166" y="448925"/>
                  <a:pt x="2632458" y="690782"/>
                  <a:pt x="1925261" y="69078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Slide Number Placeholder 5">
            <a:extLst>
              <a:ext uri="{CA50BE6A-8FDB-4A94-BBA4-B3A3AD7812A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8E99E2E-D031-4631-B71C-0B7225D7739F}"/>
              </a:ext>
            </a:extLst>
          </p:cNvPr>
          <p:cNvSpPr>
            <a:spLocks noGrp="1"/>
          </p:cNvSpPr>
          <p:nvPr>
            <p:ph type="sldNum" sz="quarter" idx="6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6" name="Date Placeholder 1">
            <a:extLst>
              <a:ext uri="{93245545-E62D-413E-B681-6936C82C8DD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08EB55-D20F-40FB-A383-4E1E2683E017}"/>
              </a:ext>
            </a:extLst>
          </p:cNvPr>
          <p:cNvSpPr>
            <a:spLocks noGrp="1"/>
          </p:cNvSpPr>
          <p:nvPr>
            <p:ph type="dt" sz="half" idx="7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7" name="Footer Placeholder 1">
            <a:extLst>
              <a:ext uri="{BC768EEE-50DF-4A5D-B8CB-B05D389955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1ECAB4-A3E1-4061-8618-FFA878CD4567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CF3DC017-30E5-4F59-B869-753303D0F14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ographic Break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>
            <a:extLst>
              <a:ext uri="{5448472D-0438-4C5B-B630-A5DFC7D59B2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5CC8F6-C3B5-4601-9BF8-B96F5B76B717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Freeform 4">
            <a:extLst>
              <a:ext uri="{8FDBC26C-EC87-418C-8EE1-9AFF43EAFB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49C56DD-E2BE-4A9B-A8FA-D12F2988DFB0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5">
            <a:extLst>
              <a:ext uri="{F21C03BF-A11B-4879-BBF1-0CD6FF9D677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043C1E-9491-4A87-ABE3-C8B1CE4945E8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rgbClr val="FD6329"/>
              </a:solidFill>
            </a:endParaRPr>
          </a:p>
        </p:txBody>
      </p:sp>
      <p:sp>
        <p:nvSpPr>
          <p:cNvPr id="5" name="Title Placeholder 1">
            <a:extLst>
              <a:ext uri="{E7137D9C-1D54-4F5B-A875-93A5185C2B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2DACE0-F477-4D54-9408-9E6EE96BE73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5" y="1091803"/>
            <a:ext cx="2927533" cy="64641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Rounded Rectangle 8">
            <a:extLst>
              <a:ext uri="{9FCE2C01-7BDF-4C48-A494-E80A9F9648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F2FD51-808C-41BA-8511-8611BA7B8D7C}"/>
              </a:ext>
            </a:extLst>
          </p:cNvPr>
          <p:cNvSpPr/>
          <p:nvPr userDrawn="1"/>
        </p:nvSpPr>
        <p:spPr>
          <a:xfrm>
            <a:off x="1114199" y="1788600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Picture Placeholder 3">
            <a:extLst>
              <a:ext uri="{D6B3D690-1A25-4E70-81F3-2DE60A0071E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1994B5D-EB82-465D-957B-A1CBB532FC47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4343400" y="895350"/>
            <a:ext cx="4514850" cy="3667125"/>
          </a:xfrm>
        </p:spPr>
        <p:txBody>
          <a:bodyPr vert="horz" rtlCol="0">
            <a:normAutofit/>
          </a:bodyPr>
          <a:lstStyle>
            <a:lvl1pPr lvl="0" algn="ctr">
              <a:defRPr lang="en-US" sz="1800" dirty="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" name="Picture Placeholder 15">
            <a:extLst>
              <a:ext uri="{01535725-96EB-47E5-AAB2-3AAA69169A2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FEC2D30-03B0-43D5-B32B-EF6B9F93DD9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104900" y="323850"/>
            <a:ext cx="390525" cy="381000"/>
          </a:xfrm>
        </p:spPr>
        <p:txBody>
          <a:bodyPr vert="horz" rtlCol="0">
            <a:normAutofit/>
          </a:bodyPr>
          <a:lstStyle>
            <a:lvl1pPr lvl="0">
              <a:defRPr lang="en-US" sz="1800" dirty="0"/>
            </a:lvl1pPr>
          </a:lstStyle>
          <a:p>
            <a:r>
              <a:rPr lang="en-US" dirty="0"/>
              <a:t>Add map</a:t>
            </a:r>
          </a:p>
        </p:txBody>
      </p:sp>
      <p:sp>
        <p:nvSpPr>
          <p:cNvPr id="9" name="Text Placeholder 2">
            <a:extLst>
              <a:ext uri="{FB9CA596-93CE-4B0F-A7A6-81C9B67AFB2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D8AA47-AB57-4BF5-B066-BA4CC86ADA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15615" y="2110978"/>
            <a:ext cx="2927534" cy="761306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0" name="Text Placeholder 25">
            <a:extLst>
              <a:ext uri="{96A63F64-3567-4DD9-ABF8-5CBF43FB83E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D19BFC-1591-4779-85CC-7BFE4006EB0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15615" y="2790091"/>
            <a:ext cx="2067725" cy="372346"/>
          </a:xfrm>
          <a:custGeom>
            <a:avLst/>
            <a:gdLst/>
            <a:ahLst/>
            <a:cxnLst/>
            <a:rect l="0" t="0" r="r" b="b"/>
            <a:pathLst>
              <a:path w="2756967" h="496462">
                <a:moveTo>
                  <a:pt x="246343" y="0"/>
                </a:moveTo>
                <a:lnTo>
                  <a:pt x="2508736" y="0"/>
                </a:lnTo>
                <a:cubicBezTo>
                  <a:pt x="2645830" y="0"/>
                  <a:pt x="2756967" y="111137"/>
                  <a:pt x="2756967" y="248231"/>
                </a:cubicBezTo>
                <a:cubicBezTo>
                  <a:pt x="2756967" y="385325"/>
                  <a:pt x="2645830" y="496462"/>
                  <a:pt x="2508736" y="496462"/>
                </a:cubicBezTo>
                <a:lnTo>
                  <a:pt x="246343" y="496462"/>
                </a:lnTo>
                <a:cubicBezTo>
                  <a:pt x="143523" y="496462"/>
                  <a:pt x="55303" y="433948"/>
                  <a:pt x="17619" y="344854"/>
                </a:cubicBezTo>
                <a:lnTo>
                  <a:pt x="0" y="257583"/>
                </a:lnTo>
                <a:lnTo>
                  <a:pt x="0" y="238880"/>
                </a:lnTo>
                <a:lnTo>
                  <a:pt x="17619" y="151609"/>
                </a:lnTo>
                <a:cubicBezTo>
                  <a:pt x="55303" y="62515"/>
                  <a:pt x="143523" y="0"/>
                  <a:pt x="24634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marL="104775" lv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tx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REGION </a:t>
            </a:r>
          </a:p>
        </p:txBody>
      </p:sp>
      <p:sp>
        <p:nvSpPr>
          <p:cNvPr id="11" name="Text Placeholder 2">
            <a:extLst>
              <a:ext uri="{4A0DF37E-8ECA-4E24-819C-484FF670392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4F50E8-AAC8-4EF6-B3AF-3C36E684648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187357" y="3266036"/>
            <a:ext cx="2855794" cy="372346"/>
          </a:xfrm>
        </p:spPr>
        <p:txBody>
          <a:bodyPr vert="horz" lIns="0" tIns="0" rIns="0" bIns="0" rtlCol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2" name="Text Placeholder 2">
            <a:extLst>
              <a:ext uri="{5910E93D-BBD1-49EC-A1C7-56CC4330DBC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8C0477-3032-4B32-8767-937BD39AE4F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187357" y="4182980"/>
            <a:ext cx="2855794" cy="372346"/>
          </a:xfrm>
        </p:spPr>
        <p:txBody>
          <a:bodyPr vert="horz" lIns="0" tIns="0" rIns="0" bIns="0" rtlCol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Text Placeholder 26">
            <a:extLst>
              <a:ext uri="{11716241-29D6-4863-BFBE-309C7F06BF0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56166E-7D41-4D35-894B-A67353C918B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115615" y="3707044"/>
            <a:ext cx="2067725" cy="372346"/>
          </a:xfrm>
          <a:custGeom>
            <a:avLst/>
            <a:gdLst/>
            <a:ahLst/>
            <a:cxnLst/>
            <a:rect l="0" t="0" r="r" b="b"/>
            <a:pathLst>
              <a:path w="2756967" h="496462">
                <a:moveTo>
                  <a:pt x="246343" y="0"/>
                </a:moveTo>
                <a:lnTo>
                  <a:pt x="2508736" y="0"/>
                </a:lnTo>
                <a:cubicBezTo>
                  <a:pt x="2645830" y="0"/>
                  <a:pt x="2756967" y="111137"/>
                  <a:pt x="2756967" y="248231"/>
                </a:cubicBezTo>
                <a:cubicBezTo>
                  <a:pt x="2756967" y="385325"/>
                  <a:pt x="2645830" y="496462"/>
                  <a:pt x="2508736" y="496462"/>
                </a:cubicBezTo>
                <a:lnTo>
                  <a:pt x="246343" y="496462"/>
                </a:lnTo>
                <a:cubicBezTo>
                  <a:pt x="143523" y="496462"/>
                  <a:pt x="55303" y="433948"/>
                  <a:pt x="17619" y="344854"/>
                </a:cubicBezTo>
                <a:lnTo>
                  <a:pt x="0" y="257583"/>
                </a:lnTo>
                <a:lnTo>
                  <a:pt x="0" y="238880"/>
                </a:lnTo>
                <a:lnTo>
                  <a:pt x="17619" y="151609"/>
                </a:lnTo>
                <a:cubicBezTo>
                  <a:pt x="55303" y="62515"/>
                  <a:pt x="143523" y="0"/>
                  <a:pt x="2463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104775" lv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rgbClr val="FFFFFF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REGION </a:t>
            </a:r>
          </a:p>
        </p:txBody>
      </p:sp>
      <p:sp>
        <p:nvSpPr>
          <p:cNvPr id="14" name="Slide Number Placeholder 5">
            <a:extLst>
              <a:ext uri="{DFE3D20D-E974-4B90-842A-4B889E191A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FCBC2C-A3EA-4689-8F20-7E53F56DF1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55984" y="4522013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5" name="Date Placeholder 1">
            <a:extLst>
              <a:ext uri="{E5824C0A-869A-4969-BBCD-79A5CB0131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19722C9-5E18-43D4-BE33-AB838621FA21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6" name="Footer Placeholder 1">
            <a:extLst>
              <a:ext uri="{473E8E63-11D0-451E-AACD-A88E4A8C7E4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74F13F-7EF4-43EE-8280-662A73587A4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4C350952-A11D-4B39-B5CD-7677A40D4F5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4">
            <a:extLst>
              <a:ext uri="{3FED83E3-FAC9-46E3-A6EB-9E9895430DF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D8FC63-ECBB-4AF6-977E-90B54999D605}"/>
              </a:ext>
            </a:extLst>
          </p:cNvPr>
          <p:cNvSpPr/>
          <p:nvPr userDrawn="1"/>
        </p:nvSpPr>
        <p:spPr>
          <a:xfrm rot="10800000">
            <a:off x="-10706" y="2232393"/>
            <a:ext cx="8401981" cy="2911105"/>
          </a:xfrm>
          <a:custGeom>
            <a:avLst/>
            <a:gdLst/>
            <a:ahLst/>
            <a:cxnLst/>
            <a:rect l="0" t="0" r="r" b="b"/>
            <a:pathLst>
              <a:path w="11202642" h="3881473">
                <a:moveTo>
                  <a:pt x="2010421" y="0"/>
                </a:moveTo>
                <a:lnTo>
                  <a:pt x="2072875" y="3044"/>
                </a:lnTo>
                <a:lnTo>
                  <a:pt x="11202640" y="3044"/>
                </a:lnTo>
                <a:lnTo>
                  <a:pt x="11202640" y="3881473"/>
                </a:lnTo>
                <a:lnTo>
                  <a:pt x="2010421" y="3881473"/>
                </a:lnTo>
                <a:lnTo>
                  <a:pt x="2002536" y="3881473"/>
                </a:lnTo>
                <a:lnTo>
                  <a:pt x="2002536" y="3881089"/>
                </a:lnTo>
                <a:lnTo>
                  <a:pt x="1804867" y="3871453"/>
                </a:lnTo>
                <a:cubicBezTo>
                  <a:pt x="791100" y="3772068"/>
                  <a:pt x="0" y="2945585"/>
                  <a:pt x="0" y="1940736"/>
                </a:cubicBezTo>
                <a:cubicBezTo>
                  <a:pt x="0" y="868898"/>
                  <a:pt x="900096" y="0"/>
                  <a:pt x="20104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Chart Placeholder 19">
            <a:extLst>
              <a:ext uri="{48B486AA-64C8-4631-9199-1CC0ED24C4A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D970DB3-B5F1-4D8D-82AD-5E6CC5FFA218}"/>
              </a:ext>
            </a:extLst>
          </p:cNvPr>
          <p:cNvSpPr>
            <a:spLocks noGrp="1"/>
          </p:cNvSpPr>
          <p:nvPr>
            <p:ph type="chart"/>
          </p:nvPr>
        </p:nvSpPr>
        <p:spPr>
          <a:xfrm>
            <a:off x="3286125" y="2924175"/>
            <a:ext cx="2073149" cy="1842262"/>
          </a:xfrm>
        </p:spPr>
        <p:txBody>
          <a:bodyPr vert="horz" lIns="0" tIns="0" rIns="0" bIns="0" rtlCol="0" anchor="ctr">
            <a:noAutofit/>
          </a:bodyPr>
          <a:lstStyle>
            <a:lvl1pPr lvl="0" algn="ctr">
              <a:defRPr lang="en-US" sz="1400" dirty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Chart Placeholder 19">
            <a:extLst>
              <a:ext uri="{D1AB0B38-3678-432F-8B27-D223003D4E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D5C8CD0-48E1-4E22-870F-7DBA217C25F5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5848318" y="2932313"/>
            <a:ext cx="2073149" cy="1842262"/>
          </a:xfrm>
        </p:spPr>
        <p:txBody>
          <a:bodyPr vert="horz" lIns="0" tIns="0" rIns="0" bIns="0" rtlCol="0" anchor="ctr">
            <a:noAutofit/>
          </a:bodyPr>
          <a:lstStyle>
            <a:lvl1pPr lvl="0" algn="ctr">
              <a:defRPr lang="en-US" sz="1400" dirty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Chart Placeholder 19">
            <a:extLst>
              <a:ext uri="{62C2B46C-4822-4385-A9DB-47382A79D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3065F5E-A7D7-453B-9F70-4170FDBBEDCB}"/>
              </a:ext>
            </a:extLst>
          </p:cNvPr>
          <p:cNvSpPr>
            <a:spLocks noGrp="1"/>
          </p:cNvSpPr>
          <p:nvPr>
            <p:ph type="chart" idx="2"/>
          </p:nvPr>
        </p:nvSpPr>
        <p:spPr>
          <a:xfrm>
            <a:off x="723900" y="2924175"/>
            <a:ext cx="2073149" cy="1842262"/>
          </a:xfrm>
        </p:spPr>
        <p:txBody>
          <a:bodyPr vert="horz" lIns="0" tIns="0" rIns="0" bIns="0" rtlCol="0" anchor="ctr">
            <a:noAutofit/>
          </a:bodyPr>
          <a:lstStyle>
            <a:lvl1pPr lvl="0" algn="ctr">
              <a:defRPr lang="en-US" sz="1400" dirty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reeform 3">
            <a:extLst>
              <a:ext uri="{894F3A16-2AAF-4C11-8622-097DD7E9D24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391D7A-6713-4CBB-87B7-0E1FCBD92DEA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4">
            <a:extLst>
              <a:ext uri="{3A856123-B841-40E7-A235-F2918BCB62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A379FE-EAE6-4C32-9B66-34B624F04970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Oval 6">
            <a:extLst>
              <a:ext uri="{1E70131E-C713-4C88-A7D4-94BCFD4924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0492D2-93EA-4F97-898A-B5C358A10347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7">
            <a:extLst>
              <a:ext uri="{51515BEF-35E6-4DE1-B61E-C08FEAD5AAE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3CCDEE-42F0-4D96-8168-CA17390D8D39}"/>
              </a:ext>
            </a:extLst>
          </p:cNvPr>
          <p:cNvSpPr/>
          <p:nvPr userDrawn="1"/>
        </p:nvSpPr>
        <p:spPr>
          <a:xfrm>
            <a:off x="1114199" y="8731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0" name="Title Placeholder 1">
            <a:extLst>
              <a:ext uri="{36FEE0B9-660F-42F5-98DC-64AFE69652C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2C5BCA-3108-4211-8F37-BBBD0EC067AF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1115615" y="330993"/>
            <a:ext cx="3077765" cy="6156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4">
            <a:extLst>
              <a:ext uri="{9FDB0C17-475B-44B0-8827-72D77D823F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BBDB43-1270-424A-B209-59441779C384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114196" y="1193006"/>
            <a:ext cx="7282838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8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12" name="Text Placeholder 8">
            <a:extLst>
              <a:ext uri="{A3931495-5168-45B1-B767-B04E6EDA4A1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F877E8-A1B4-41F3-B0A6-E4F3014D6B42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103490" y="1617259"/>
            <a:ext cx="7282838" cy="511032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Text Placeholder 4">
            <a:extLst>
              <a:ext uri="{6D9ACE45-8B05-481B-9B99-D03A06255E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D212420-254F-408E-AA34-9F92566CFD9E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896578" y="2493216"/>
            <a:ext cx="1733476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ctr">
              <a:lnSpc>
                <a:spcPct val="100000"/>
              </a:lnSpc>
              <a:buNone/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4" name="Text Placeholder 4">
            <a:extLst>
              <a:ext uri="{0E1EF610-1021-443E-80D1-22A7E0875D0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6BCBDE-FFF7-4EB1-AD56-D1DB64E40C89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6018153" y="2493219"/>
            <a:ext cx="1733476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ctr">
              <a:lnSpc>
                <a:spcPct val="100000"/>
              </a:lnSpc>
              <a:buNone/>
              <a:defRPr lang="en-US" sz="1400" b="1" dirty="0">
                <a:solidFill>
                  <a:schemeClr val="tx2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5" name="Text Placeholder 4">
            <a:extLst>
              <a:ext uri="{581DFD32-1BE0-4385-AB1D-106139E3CC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AA5FB3E-1872-4454-A4DA-5DF0FC1979AA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3457366" y="2493219"/>
            <a:ext cx="1733476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ctr">
              <a:lnSpc>
                <a:spcPct val="100000"/>
              </a:lnSpc>
              <a:buNone/>
              <a:defRPr lang="en-US" sz="1400" b="1" dirty="0">
                <a:solidFill>
                  <a:schemeClr val="accent4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6" name="Text Placeholder 28">
            <a:extLst>
              <a:ext uri="{A46A64E0-1369-4553-AD8B-A0763CC15A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63DB17-A464-4FBB-9409-0E95C5B67A81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2150652" y="2932313"/>
            <a:ext cx="649240" cy="649173"/>
          </a:xfrm>
          <a:custGeom>
            <a:avLst/>
            <a:gdLst/>
            <a:ahLst/>
            <a:cxnLst/>
            <a:rect l="0" t="0" r="r" b="b"/>
            <a:pathLst>
              <a:path w="865654" h="865564">
                <a:moveTo>
                  <a:pt x="431543" y="0"/>
                </a:moveTo>
                <a:lnTo>
                  <a:pt x="434073" y="0"/>
                </a:lnTo>
                <a:lnTo>
                  <a:pt x="520041" y="8667"/>
                </a:lnTo>
                <a:cubicBezTo>
                  <a:pt x="717282" y="49028"/>
                  <a:pt x="865654" y="223546"/>
                  <a:pt x="865654" y="432718"/>
                </a:cubicBezTo>
                <a:cubicBezTo>
                  <a:pt x="865654" y="671773"/>
                  <a:pt x="671862" y="865564"/>
                  <a:pt x="432808" y="865564"/>
                </a:cubicBezTo>
                <a:cubicBezTo>
                  <a:pt x="223635" y="865564"/>
                  <a:pt x="49116" y="717193"/>
                  <a:pt x="8756" y="519952"/>
                </a:cubicBezTo>
                <a:lnTo>
                  <a:pt x="0" y="433102"/>
                </a:lnTo>
                <a:lnTo>
                  <a:pt x="0" y="432336"/>
                </a:lnTo>
                <a:lnTo>
                  <a:pt x="8756" y="345485"/>
                </a:lnTo>
                <a:cubicBezTo>
                  <a:pt x="43351" y="176422"/>
                  <a:pt x="176511" y="43262"/>
                  <a:pt x="345574" y="866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buFont typeface="Arial"/>
              <a:buNone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bg1"/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bg1"/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bg1"/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Text Placeholder 29">
            <a:extLst>
              <a:ext uri="{7AABDF6B-53F5-4F4F-B1CC-C30256C9F8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6CE2C2-3F78-4AF3-AE26-5B069CF01BC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20214" y="2932313"/>
            <a:ext cx="649240" cy="649173"/>
          </a:xfrm>
          <a:custGeom>
            <a:avLst/>
            <a:gdLst/>
            <a:ahLst/>
            <a:cxnLst/>
            <a:rect l="0" t="0" r="r" b="b"/>
            <a:pathLst>
              <a:path w="865654" h="865564">
                <a:moveTo>
                  <a:pt x="431543" y="0"/>
                </a:moveTo>
                <a:lnTo>
                  <a:pt x="434073" y="0"/>
                </a:lnTo>
                <a:lnTo>
                  <a:pt x="520041" y="8667"/>
                </a:lnTo>
                <a:cubicBezTo>
                  <a:pt x="717282" y="49028"/>
                  <a:pt x="865654" y="223546"/>
                  <a:pt x="865654" y="432718"/>
                </a:cubicBezTo>
                <a:cubicBezTo>
                  <a:pt x="865654" y="671773"/>
                  <a:pt x="671862" y="865564"/>
                  <a:pt x="432808" y="865564"/>
                </a:cubicBezTo>
                <a:cubicBezTo>
                  <a:pt x="223635" y="865564"/>
                  <a:pt x="49116" y="717193"/>
                  <a:pt x="8756" y="519952"/>
                </a:cubicBezTo>
                <a:lnTo>
                  <a:pt x="0" y="433102"/>
                </a:lnTo>
                <a:lnTo>
                  <a:pt x="0" y="432336"/>
                </a:lnTo>
                <a:lnTo>
                  <a:pt x="8756" y="345485"/>
                </a:lnTo>
                <a:cubicBezTo>
                  <a:pt x="43351" y="176422"/>
                  <a:pt x="176511" y="43262"/>
                  <a:pt x="345574" y="866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buFont typeface="Arial"/>
              <a:buNone/>
              <a:defRPr lang="en-US" sz="1800" b="0" dirty="0">
                <a:solidFill>
                  <a:schemeClr val="bg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bg1"/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bg1"/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bg1"/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31">
            <a:extLst>
              <a:ext uri="{D4851ADA-3318-422D-B1B4-A86CDF34EEE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03C7B87-38E9-4234-8D4B-267DB7A9CB0B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281001" y="2932313"/>
            <a:ext cx="649240" cy="649173"/>
          </a:xfrm>
          <a:custGeom>
            <a:avLst/>
            <a:gdLst/>
            <a:ahLst/>
            <a:cxnLst/>
            <a:rect l="0" t="0" r="r" b="b"/>
            <a:pathLst>
              <a:path w="865654" h="865564">
                <a:moveTo>
                  <a:pt x="431543" y="0"/>
                </a:moveTo>
                <a:lnTo>
                  <a:pt x="434073" y="0"/>
                </a:lnTo>
                <a:lnTo>
                  <a:pt x="520041" y="8667"/>
                </a:lnTo>
                <a:cubicBezTo>
                  <a:pt x="717282" y="49028"/>
                  <a:pt x="865654" y="223546"/>
                  <a:pt x="865654" y="432718"/>
                </a:cubicBezTo>
                <a:cubicBezTo>
                  <a:pt x="865654" y="671773"/>
                  <a:pt x="671862" y="865564"/>
                  <a:pt x="432808" y="865564"/>
                </a:cubicBezTo>
                <a:cubicBezTo>
                  <a:pt x="223635" y="865564"/>
                  <a:pt x="49116" y="717193"/>
                  <a:pt x="8756" y="519952"/>
                </a:cubicBezTo>
                <a:lnTo>
                  <a:pt x="0" y="433102"/>
                </a:lnTo>
                <a:lnTo>
                  <a:pt x="0" y="432336"/>
                </a:lnTo>
                <a:lnTo>
                  <a:pt x="8756" y="345485"/>
                </a:lnTo>
                <a:cubicBezTo>
                  <a:pt x="43351" y="176422"/>
                  <a:pt x="176511" y="43262"/>
                  <a:pt x="345574" y="8667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buFont typeface="Arial"/>
              <a:buNone/>
              <a:defRPr lang="en-US" sz="1800" b="0" dirty="0">
                <a:solidFill>
                  <a:schemeClr val="bg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bg1"/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bg1"/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bg1"/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Slide Number Placeholder 5">
            <a:extLst>
              <a:ext uri="{063B614B-91EE-434A-966D-B14E5F8DC4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98B4C8-C2B0-4417-8A65-302F348C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20" name="Date Placeholder 1">
            <a:extLst>
              <a:ext uri="{F1F6BAA2-B2DA-4928-8A97-5754639EC3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EE6F501-5138-40F3-91EF-9A13FA5C795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21" name="Footer Placeholder 1">
            <a:extLst>
              <a:ext uri="{6488DB25-5F68-4EF5-B79C-4FCC3DE4CF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4EEC8F-089B-40D0-B05F-7CDA2E744D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B31B81A6-B490-4811-BF23-4EB7A7B3DC09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 Attai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7BCA51D2-C5CC-48E1-B935-28C862CCBD5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1053135-1EF0-44BF-A592-DE770EE01C6E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4">
            <a:extLst>
              <a:ext uri="{260B875A-36F8-489D-AC9B-3FC5746832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4E07074-359D-4CC9-A7A7-5D791B054A80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Oval 6">
            <a:extLst>
              <a:ext uri="{ABA8966E-0C80-4A9A-BF94-D1C5210FA7C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1A8326-C2F3-4E85-97F7-3595D0463E01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7">
            <a:extLst>
              <a:ext uri="{27A76C9A-6EC0-4EE7-B62D-7E181B7B8F4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403498-5547-4860-94AA-91FB086B5852}"/>
              </a:ext>
            </a:extLst>
          </p:cNvPr>
          <p:cNvSpPr/>
          <p:nvPr userDrawn="1"/>
        </p:nvSpPr>
        <p:spPr>
          <a:xfrm>
            <a:off x="1114199" y="9874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6" name="Chart Placeholder 19">
            <a:extLst>
              <a:ext uri="{105DA44D-7D8E-4257-A3E9-36FCD295F94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6AEF7E7-40F2-4941-8029-309D27AC2DC4}"/>
              </a:ext>
            </a:extLst>
          </p:cNvPr>
          <p:cNvSpPr>
            <a:spLocks noGrp="1"/>
          </p:cNvSpPr>
          <p:nvPr>
            <p:ph type="chart"/>
          </p:nvPr>
        </p:nvSpPr>
        <p:spPr>
          <a:xfrm>
            <a:off x="4893908" y="1617260"/>
            <a:ext cx="3503129" cy="2935689"/>
          </a:xfrm>
        </p:spPr>
        <p:txBody>
          <a:bodyPr vert="horz" rtlCol="0" anchor="ctr">
            <a:normAutofit/>
          </a:bodyPr>
          <a:lstStyle>
            <a:lvl1pPr lvl="0" algn="ctr">
              <a:defRPr lang="en-US" dirty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Title Placeholder 1">
            <a:extLst>
              <a:ext uri="{B876E45D-9C38-4F3A-873B-53C41EA3DD3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DD36F6-E3FD-4FDD-8CF7-3A19415A476A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6" y="330993"/>
            <a:ext cx="3077765" cy="6156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 Placeholder 4">
            <a:extLst>
              <a:ext uri="{CD6156EC-83A0-48DA-8520-E09D0DC19D4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36206F-0B1F-4B36-95C7-4497E0BB24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14199" y="1193006"/>
            <a:ext cx="3078846" cy="3359943"/>
          </a:xfrm>
        </p:spPr>
        <p:txBody>
          <a:bodyPr vert="horz" lIns="0" tIns="0" rIns="0" bIns="0" rtlCol="0" anchor="ctr">
            <a:noAutofit/>
          </a:bodyPr>
          <a:lstStyle>
            <a:lvl1pPr marL="0" lvl="0" indent="0" algn="l">
              <a:lnSpc>
                <a:spcPct val="125000"/>
              </a:lnSpc>
              <a:buNone/>
              <a:defRPr lang="en-US" sz="1600" b="0" dirty="0">
                <a:solidFill>
                  <a:schemeClr val="tx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highlight text</a:t>
            </a:r>
          </a:p>
        </p:txBody>
      </p:sp>
      <p:sp>
        <p:nvSpPr>
          <p:cNvPr id="9" name="Text Placeholder 4">
            <a:extLst>
              <a:ext uri="{2B6C21EE-3478-4D0A-86D4-757066CDF54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F8FD151-D405-4D0F-92D9-93E804F4F1B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93908" y="1193006"/>
            <a:ext cx="3503129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8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0" name="Freeform 16">
            <a:extLst>
              <a:ext uri="{99D2D20B-4673-4D47-A887-CB1A4DB65F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A1F0B3B-4B7D-440F-A850-A17A5C54E615}"/>
              </a:ext>
            </a:extLst>
          </p:cNvPr>
          <p:cNvSpPr/>
          <p:nvPr userDrawn="1"/>
        </p:nvSpPr>
        <p:spPr>
          <a:xfrm rot="10800000">
            <a:off x="3293943" y="4739110"/>
            <a:ext cx="2305050" cy="413524"/>
          </a:xfrm>
          <a:custGeom>
            <a:avLst/>
            <a:gdLst/>
            <a:ahLst/>
            <a:cxnLst/>
            <a:rect l="0" t="0" r="r" b="b"/>
            <a:pathLst>
              <a:path w="3073400" h="551366">
                <a:moveTo>
                  <a:pt x="1536699" y="551366"/>
                </a:moveTo>
                <a:cubicBezTo>
                  <a:pt x="972232" y="551366"/>
                  <a:pt x="452853" y="358321"/>
                  <a:pt x="40982" y="34650"/>
                </a:cubicBezTo>
                <a:lnTo>
                  <a:pt x="0" y="0"/>
                </a:lnTo>
                <a:lnTo>
                  <a:pt x="3073400" y="0"/>
                </a:lnTo>
                <a:lnTo>
                  <a:pt x="3032420" y="34650"/>
                </a:lnTo>
                <a:cubicBezTo>
                  <a:pt x="2620548" y="358321"/>
                  <a:pt x="2101167" y="551366"/>
                  <a:pt x="1536699" y="55136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Slide Number Placeholder 5">
            <a:extLst>
              <a:ext uri="{0A3F9C2D-8363-4554-8FA7-5649D1A99AB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BF27B97-C429-45B6-AFEF-6E1782A6E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2" name="Date Placeholder 1">
            <a:extLst>
              <a:ext uri="{63CCEE2D-E357-4D9F-AA2A-CD6FD84FF41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05B7CF-2349-4EB0-822A-23D802A06781}"/>
              </a:ext>
            </a:extLst>
          </p:cNvPr>
          <p:cNvSpPr>
            <a:spLocks noGrp="1"/>
          </p:cNvSpPr>
          <p:nvPr>
            <p:ph type="dt" sz="half" idx="5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3" name="Footer Placeholder 1">
            <a:extLst>
              <a:ext uri="{D64468E6-77F4-442C-B83A-A2AC86CB803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D72D083-4E86-4657-BF84-D8B8A16937C9}"/>
              </a:ext>
            </a:extLst>
          </p:cNvPr>
          <p:cNvSpPr>
            <a:spLocks noGrp="1"/>
          </p:cNvSpPr>
          <p:nvPr>
            <p:ph type="ftr" sz="quarter" idx="6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10C84F6A-296D-457D-9B1E-CB015C36060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C5D57882-3D0C-4D62-82A9-F7FCFA106E6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64ECCB-FA81-44BC-B817-D4B9AC43543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52500" y="2287324"/>
            <a:ext cx="1706832" cy="736997"/>
          </a:xfrm>
          <a:custGeom>
            <a:avLst/>
            <a:gdLst/>
            <a:ahLst/>
            <a:cxnLst/>
            <a:rect l="0" t="0" r="r" b="b"/>
            <a:pathLst>
              <a:path w="2275776" h="982663">
                <a:moveTo>
                  <a:pt x="487961" y="0"/>
                </a:moveTo>
                <a:lnTo>
                  <a:pt x="1787895" y="0"/>
                </a:lnTo>
                <a:lnTo>
                  <a:pt x="1883109" y="9598"/>
                </a:lnTo>
                <a:cubicBezTo>
                  <a:pt x="2043210" y="42360"/>
                  <a:pt x="2174977" y="152904"/>
                  <a:pt x="2237203" y="300023"/>
                </a:cubicBezTo>
                <a:lnTo>
                  <a:pt x="2275776" y="491084"/>
                </a:lnTo>
                <a:lnTo>
                  <a:pt x="2275776" y="491885"/>
                </a:lnTo>
                <a:lnTo>
                  <a:pt x="2237203" y="682946"/>
                </a:lnTo>
                <a:cubicBezTo>
                  <a:pt x="2174977" y="830066"/>
                  <a:pt x="2043210" y="940609"/>
                  <a:pt x="1883109" y="973371"/>
                </a:cubicBezTo>
                <a:lnTo>
                  <a:pt x="1790933" y="982663"/>
                </a:lnTo>
                <a:lnTo>
                  <a:pt x="484925" y="982663"/>
                </a:lnTo>
                <a:lnTo>
                  <a:pt x="392749" y="973371"/>
                </a:lnTo>
                <a:cubicBezTo>
                  <a:pt x="168608" y="927506"/>
                  <a:pt x="0" y="729185"/>
                  <a:pt x="0" y="491485"/>
                </a:cubicBezTo>
                <a:cubicBezTo>
                  <a:pt x="0" y="253785"/>
                  <a:pt x="168608" y="55465"/>
                  <a:pt x="392749" y="959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800" b="1" dirty="0">
                <a:solidFill>
                  <a:schemeClr val="bg1"/>
                </a:solidFill>
                <a:latin typeface="+mn-lt"/>
              </a:defRPr>
            </a:lvl1pPr>
            <a:lvl2pPr marL="457200" lvl="1" indent="0" algn="ctr">
              <a:buNone/>
              <a:defRPr lang="en-US" sz="2400" dirty="0">
                <a:solidFill>
                  <a:schemeClr val="bg1"/>
                </a:solidFill>
              </a:defRPr>
            </a:lvl2pPr>
            <a:lvl3pPr marL="914400" lvl="2" indent="0" algn="ctr">
              <a:buNone/>
              <a:defRPr lang="en-US" sz="2400" dirty="0">
                <a:solidFill>
                  <a:schemeClr val="bg1"/>
                </a:solidFill>
              </a:defRPr>
            </a:lvl3pPr>
            <a:lvl4pPr marL="1371600" lvl="3" indent="0" algn="ctr">
              <a:buNone/>
              <a:defRPr lang="en-US" sz="2400" dirty="0">
                <a:solidFill>
                  <a:schemeClr val="bg1"/>
                </a:solidFill>
              </a:defRPr>
            </a:lvl4pPr>
            <a:lvl5pPr marL="1828800" lvl="4" indent="0" algn="ctr">
              <a:buNone/>
              <a:defRPr lang="en-US" sz="2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3" name="Text Placeholder 18">
            <a:extLst>
              <a:ext uri="{2579F586-3F2D-411F-A950-8A9A88BA74A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EEC261-7A43-4F8E-A20D-B3A4A9BD0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4175" y="2287324"/>
            <a:ext cx="1706832" cy="736997"/>
          </a:xfrm>
          <a:custGeom>
            <a:avLst/>
            <a:gdLst/>
            <a:ahLst/>
            <a:cxnLst/>
            <a:rect l="0" t="0" r="r" b="b"/>
            <a:pathLst>
              <a:path w="2275776" h="982663">
                <a:moveTo>
                  <a:pt x="487961" y="0"/>
                </a:moveTo>
                <a:lnTo>
                  <a:pt x="1787895" y="0"/>
                </a:lnTo>
                <a:lnTo>
                  <a:pt x="1883109" y="9598"/>
                </a:lnTo>
                <a:cubicBezTo>
                  <a:pt x="2043210" y="42360"/>
                  <a:pt x="2174977" y="152904"/>
                  <a:pt x="2237203" y="300023"/>
                </a:cubicBezTo>
                <a:lnTo>
                  <a:pt x="2275776" y="491084"/>
                </a:lnTo>
                <a:lnTo>
                  <a:pt x="2275776" y="491885"/>
                </a:lnTo>
                <a:lnTo>
                  <a:pt x="2237203" y="682946"/>
                </a:lnTo>
                <a:cubicBezTo>
                  <a:pt x="2174977" y="830066"/>
                  <a:pt x="2043210" y="940609"/>
                  <a:pt x="1883109" y="973371"/>
                </a:cubicBezTo>
                <a:lnTo>
                  <a:pt x="1790933" y="982663"/>
                </a:lnTo>
                <a:lnTo>
                  <a:pt x="484925" y="982663"/>
                </a:lnTo>
                <a:lnTo>
                  <a:pt x="392749" y="973371"/>
                </a:lnTo>
                <a:cubicBezTo>
                  <a:pt x="168608" y="927506"/>
                  <a:pt x="0" y="729185"/>
                  <a:pt x="0" y="491485"/>
                </a:cubicBezTo>
                <a:cubicBezTo>
                  <a:pt x="0" y="253785"/>
                  <a:pt x="168608" y="55465"/>
                  <a:pt x="392749" y="959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800" b="1" dirty="0">
                <a:solidFill>
                  <a:schemeClr val="bg1"/>
                </a:solidFill>
                <a:latin typeface="+mn-lt"/>
              </a:defRPr>
            </a:lvl1pPr>
            <a:lvl2pPr marL="457200" lvl="1" indent="0" algn="ctr">
              <a:buNone/>
              <a:defRPr lang="en-US" sz="2400" dirty="0">
                <a:solidFill>
                  <a:schemeClr val="bg1"/>
                </a:solidFill>
              </a:defRPr>
            </a:lvl2pPr>
            <a:lvl3pPr marL="914400" lvl="2" indent="0" algn="ctr">
              <a:buNone/>
              <a:defRPr lang="en-US" sz="2400" dirty="0">
                <a:solidFill>
                  <a:schemeClr val="bg1"/>
                </a:solidFill>
              </a:defRPr>
            </a:lvl3pPr>
            <a:lvl4pPr marL="1371600" lvl="3" indent="0" algn="ctr">
              <a:buNone/>
              <a:defRPr lang="en-US" sz="2400" dirty="0">
                <a:solidFill>
                  <a:schemeClr val="bg1"/>
                </a:solidFill>
              </a:defRPr>
            </a:lvl4pPr>
            <a:lvl5pPr marL="1828800" lvl="4" indent="0" algn="ctr">
              <a:buNone/>
              <a:defRPr lang="en-US" sz="2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4" name="Text Placeholder 19">
            <a:extLst>
              <a:ext uri="{D68633A8-2478-4BBB-BFA9-64F15F1500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B9465C4-1616-464D-867C-815AAD68FF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95850" y="2287324"/>
            <a:ext cx="1706832" cy="736997"/>
          </a:xfrm>
          <a:custGeom>
            <a:avLst/>
            <a:gdLst/>
            <a:ahLst/>
            <a:cxnLst/>
            <a:rect l="0" t="0" r="r" b="b"/>
            <a:pathLst>
              <a:path w="2275776" h="982663">
                <a:moveTo>
                  <a:pt x="487961" y="0"/>
                </a:moveTo>
                <a:lnTo>
                  <a:pt x="1787895" y="0"/>
                </a:lnTo>
                <a:lnTo>
                  <a:pt x="1883109" y="9598"/>
                </a:lnTo>
                <a:cubicBezTo>
                  <a:pt x="2043210" y="42360"/>
                  <a:pt x="2174977" y="152904"/>
                  <a:pt x="2237203" y="300023"/>
                </a:cubicBezTo>
                <a:lnTo>
                  <a:pt x="2275776" y="491084"/>
                </a:lnTo>
                <a:lnTo>
                  <a:pt x="2275776" y="491885"/>
                </a:lnTo>
                <a:lnTo>
                  <a:pt x="2237203" y="682946"/>
                </a:lnTo>
                <a:cubicBezTo>
                  <a:pt x="2174977" y="830066"/>
                  <a:pt x="2043210" y="940609"/>
                  <a:pt x="1883109" y="973371"/>
                </a:cubicBezTo>
                <a:lnTo>
                  <a:pt x="1790933" y="982663"/>
                </a:lnTo>
                <a:lnTo>
                  <a:pt x="484925" y="982663"/>
                </a:lnTo>
                <a:lnTo>
                  <a:pt x="392749" y="973371"/>
                </a:lnTo>
                <a:cubicBezTo>
                  <a:pt x="168608" y="927506"/>
                  <a:pt x="0" y="729185"/>
                  <a:pt x="0" y="491485"/>
                </a:cubicBezTo>
                <a:cubicBezTo>
                  <a:pt x="0" y="253785"/>
                  <a:pt x="168608" y="55465"/>
                  <a:pt x="392749" y="959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800" b="1" dirty="0">
                <a:solidFill>
                  <a:schemeClr val="bg1"/>
                </a:solidFill>
                <a:latin typeface="+mn-lt"/>
              </a:defRPr>
            </a:lvl1pPr>
            <a:lvl2pPr marL="457200" lvl="1" indent="0" algn="ctr">
              <a:buNone/>
              <a:defRPr lang="en-US" sz="2400" dirty="0">
                <a:solidFill>
                  <a:schemeClr val="bg1"/>
                </a:solidFill>
              </a:defRPr>
            </a:lvl2pPr>
            <a:lvl3pPr marL="914400" lvl="2" indent="0" algn="ctr">
              <a:buNone/>
              <a:defRPr lang="en-US" sz="2400" dirty="0">
                <a:solidFill>
                  <a:schemeClr val="bg1"/>
                </a:solidFill>
              </a:defRPr>
            </a:lvl3pPr>
            <a:lvl4pPr marL="1371600" lvl="3" indent="0" algn="ctr">
              <a:buNone/>
              <a:defRPr lang="en-US" sz="2400" dirty="0">
                <a:solidFill>
                  <a:schemeClr val="bg1"/>
                </a:solidFill>
              </a:defRPr>
            </a:lvl4pPr>
            <a:lvl5pPr marL="1828800" lvl="4" indent="0" algn="ctr">
              <a:buNone/>
              <a:defRPr lang="en-US" sz="2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5" name="Text Placeholder 20">
            <a:extLst>
              <a:ext uri="{71C6B9A7-7734-4801-81DC-87D9ED4F6B1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4012498-2D87-4E9E-8492-1CF0D72CFAA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867525" y="2287324"/>
            <a:ext cx="1706832" cy="736997"/>
          </a:xfrm>
          <a:custGeom>
            <a:avLst/>
            <a:gdLst/>
            <a:ahLst/>
            <a:cxnLst/>
            <a:rect l="0" t="0" r="r" b="b"/>
            <a:pathLst>
              <a:path w="2275776" h="982663">
                <a:moveTo>
                  <a:pt x="487961" y="0"/>
                </a:moveTo>
                <a:lnTo>
                  <a:pt x="1787895" y="0"/>
                </a:lnTo>
                <a:lnTo>
                  <a:pt x="1883109" y="9598"/>
                </a:lnTo>
                <a:cubicBezTo>
                  <a:pt x="2043210" y="42360"/>
                  <a:pt x="2174977" y="152904"/>
                  <a:pt x="2237203" y="300023"/>
                </a:cubicBezTo>
                <a:lnTo>
                  <a:pt x="2275776" y="491084"/>
                </a:lnTo>
                <a:lnTo>
                  <a:pt x="2275776" y="491885"/>
                </a:lnTo>
                <a:lnTo>
                  <a:pt x="2237203" y="682946"/>
                </a:lnTo>
                <a:cubicBezTo>
                  <a:pt x="2174977" y="830066"/>
                  <a:pt x="2043210" y="940609"/>
                  <a:pt x="1883109" y="973371"/>
                </a:cubicBezTo>
                <a:lnTo>
                  <a:pt x="1790933" y="982663"/>
                </a:lnTo>
                <a:lnTo>
                  <a:pt x="484925" y="982663"/>
                </a:lnTo>
                <a:lnTo>
                  <a:pt x="392749" y="973371"/>
                </a:lnTo>
                <a:cubicBezTo>
                  <a:pt x="168608" y="927506"/>
                  <a:pt x="0" y="729185"/>
                  <a:pt x="0" y="491485"/>
                </a:cubicBezTo>
                <a:cubicBezTo>
                  <a:pt x="0" y="253785"/>
                  <a:pt x="168608" y="55465"/>
                  <a:pt x="392749" y="959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800" b="1" dirty="0">
                <a:solidFill>
                  <a:schemeClr val="bg1"/>
                </a:solidFill>
                <a:latin typeface="+mn-lt"/>
              </a:defRPr>
            </a:lvl1pPr>
            <a:lvl2pPr marL="457200" lvl="1" indent="0" algn="ctr">
              <a:buNone/>
              <a:defRPr lang="en-US" sz="2400" dirty="0">
                <a:solidFill>
                  <a:schemeClr val="bg1"/>
                </a:solidFill>
              </a:defRPr>
            </a:lvl2pPr>
            <a:lvl3pPr marL="914400" lvl="2" indent="0" algn="ctr">
              <a:buNone/>
              <a:defRPr lang="en-US" sz="2400" dirty="0">
                <a:solidFill>
                  <a:schemeClr val="bg1"/>
                </a:solidFill>
              </a:defRPr>
            </a:lvl3pPr>
            <a:lvl4pPr marL="1371600" lvl="3" indent="0" algn="ctr">
              <a:buNone/>
              <a:defRPr lang="en-US" sz="2400" dirty="0">
                <a:solidFill>
                  <a:schemeClr val="bg1"/>
                </a:solidFill>
              </a:defRPr>
            </a:lvl4pPr>
            <a:lvl5pPr marL="1828800" lvl="4" indent="0" algn="ctr">
              <a:buNone/>
              <a:defRPr lang="en-US" sz="2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label</a:t>
            </a:r>
          </a:p>
        </p:txBody>
      </p:sp>
      <p:sp>
        <p:nvSpPr>
          <p:cNvPr id="6" name="Oval 5">
            <a:extLst>
              <a:ext uri="{2DA7F17E-5EF7-4CE5-9808-BF4A79DEFD0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DA13F7-1456-461C-B7C8-FFAC6C1DD72C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7" name="Title Placeholder 1">
            <a:extLst>
              <a:ext uri="{F85C872A-1AC7-4F6C-ACF6-E8B906002B0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D12B93-6354-40C2-AEDB-EA0AFB8FBF47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1115615" y="330993"/>
            <a:ext cx="7290196" cy="6023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Freeform 7">
            <a:extLst>
              <a:ext uri="{2BFDD65B-DED1-48E3-BA62-532E348E54E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FC63E5D-AD06-41C2-9822-F3710C695ECC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AF40B0DA-6C5F-41BF-A061-BAC65AA77B6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B49088B-46A7-47A0-BBFD-9DA90C02DA03}"/>
              </a:ext>
            </a:extLst>
          </p:cNvPr>
          <p:cNvSpPr/>
          <p:nvPr userDrawn="1"/>
        </p:nvSpPr>
        <p:spPr>
          <a:xfrm>
            <a:off x="1114199" y="9493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0" name="Text Placeholder 8">
            <a:extLst>
              <a:ext uri="{6C03C055-4348-49CE-B4CF-DCF503BA068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F8EA77-43AE-47D2-8BA1-C4EF7B515326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114425" y="1193006"/>
            <a:ext cx="7291058" cy="303902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1" name="Rounded Rectangle 10">
            <a:extLst>
              <a:ext uri="{45FA77A6-977B-4216-97BD-D50650B14C8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9B4253-E3C7-4BC6-AA14-12E129BA91A3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2" name="Text Placeholder 4">
            <a:extLst>
              <a:ext uri="{66D8F17E-1C27-4A9B-B949-78E8C085818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712821B-58C4-4AB7-911A-0B6B75330A4E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118854" y="3185579"/>
            <a:ext cx="1373665" cy="1132819"/>
          </a:xfrm>
        </p:spPr>
        <p:txBody>
          <a:bodyPr vert="horz" lIns="0" tIns="0" rIns="0" bIns="0" rtlCol="0">
            <a:no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13" name="Text Placeholder 4">
            <a:extLst>
              <a:ext uri="{F03F1299-51E4-415B-827E-09F0766CFD9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46D185-8F95-4AB2-86F6-7285C93C1255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3091539" y="3185579"/>
            <a:ext cx="1373665" cy="1132819"/>
          </a:xfrm>
        </p:spPr>
        <p:txBody>
          <a:bodyPr vert="horz" lIns="0" tIns="0" rIns="0" bIns="0" rtlCol="0">
            <a:no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14" name="Text Placeholder 4">
            <a:extLst>
              <a:ext uri="{C7A83F45-82D7-4766-A913-92277FE294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121D75-8EC5-4355-A0AF-C9AF50C817B8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5064223" y="3185579"/>
            <a:ext cx="1373665" cy="1132819"/>
          </a:xfrm>
        </p:spPr>
        <p:txBody>
          <a:bodyPr vert="horz" lIns="0" tIns="0" rIns="0" bIns="0" rtlCol="0">
            <a:no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15" name="Text Placeholder 4">
            <a:extLst>
              <a:ext uri="{B1F2847B-5487-473B-82AD-5F497C9FA4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9B0D21D-61C3-4A43-A0A0-D9BAE0307CCC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7036908" y="3185579"/>
            <a:ext cx="1373665" cy="1132819"/>
          </a:xfrm>
        </p:spPr>
        <p:txBody>
          <a:bodyPr vert="horz" lIns="0" tIns="0" rIns="0" bIns="0" rtlCol="0">
            <a:no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16" name="Picture Placeholder 24">
            <a:extLst>
              <a:ext uri="{C4D41779-6FDA-4AB2-9292-87FA34C42F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B61508-349F-4A86-81B4-3616E9C60146}"/>
              </a:ext>
            </a:extLst>
          </p:cNvPr>
          <p:cNvSpPr>
            <a:spLocks noGrp="1" noChangeAspect="1"/>
          </p:cNvSpPr>
          <p:nvPr>
            <p:ph type="pic" idx="10"/>
          </p:nvPr>
        </p:nvSpPr>
        <p:spPr>
          <a:xfrm>
            <a:off x="1666875" y="2047875"/>
            <a:ext cx="284070" cy="285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 vert="horz" wrap="square" tIns="108000" rtlCol="0" anchor="t">
            <a:noAutofit/>
          </a:bodyPr>
          <a:lstStyle>
            <a:lvl1pPr lvl="0" algn="ctr">
              <a:defRPr lang="en-US" sz="14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7" name="Picture Placeholder 25">
            <a:extLst>
              <a:ext uri="{47812589-A458-4A2D-B017-722F0F6673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3340DE4-C8C3-4E62-955F-9673FB017866}"/>
              </a:ext>
            </a:extLst>
          </p:cNvPr>
          <p:cNvSpPr>
            <a:spLocks noGrp="1" noChangeAspect="1"/>
          </p:cNvSpPr>
          <p:nvPr>
            <p:ph type="pic" idx="11"/>
          </p:nvPr>
        </p:nvSpPr>
        <p:spPr>
          <a:xfrm>
            <a:off x="3638550" y="1971675"/>
            <a:ext cx="284070" cy="285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 vert="horz" wrap="square" tIns="108000" rtlCol="0" anchor="t">
            <a:noAutofit/>
          </a:bodyPr>
          <a:lstStyle>
            <a:lvl1pPr lvl="0" algn="ctr">
              <a:defRPr lang="en-US" sz="14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8" name="Picture Placeholder 26">
            <a:extLst>
              <a:ext uri="{733C38B9-EE0B-4BF5-892B-C6F8F679714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1310F1-61C1-41D3-9E5A-59E2E58C5521}"/>
              </a:ext>
            </a:extLst>
          </p:cNvPr>
          <p:cNvSpPr>
            <a:spLocks noGrp="1" noChangeAspect="1"/>
          </p:cNvSpPr>
          <p:nvPr>
            <p:ph type="pic" idx="12"/>
          </p:nvPr>
        </p:nvSpPr>
        <p:spPr>
          <a:xfrm>
            <a:off x="5610225" y="2009775"/>
            <a:ext cx="284070" cy="285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 vert="horz" wrap="square" tIns="108000" rtlCol="0" anchor="t">
            <a:noAutofit/>
          </a:bodyPr>
          <a:lstStyle>
            <a:lvl1pPr lvl="0" algn="ctr">
              <a:defRPr lang="en-US" sz="14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9" name="Picture Placeholder 27">
            <a:extLst>
              <a:ext uri="{3F723F11-986D-4302-A304-97DB6171D0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52CB1A3-C702-4A70-96C8-D662ED7A0CC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581900" y="2047875"/>
            <a:ext cx="284071" cy="285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 vert="horz" wrap="square" tIns="108000" rtlCol="0" anchor="t">
            <a:noAutofit/>
          </a:bodyPr>
          <a:lstStyle>
            <a:lvl1pPr lvl="0" algn="ctr">
              <a:defRPr lang="en-US" sz="14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20" name="Slide Number Placeholder 5">
            <a:extLst>
              <a:ext uri="{2DDEBB15-E3E7-4BFC-B2D4-34C671F7CA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831BF3-0243-41C2-A2DC-A48EF48822B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21" name="Date Placeholder 1">
            <a:extLst>
              <a:ext uri="{6B81B7EC-EA4F-4948-A0B1-D86D4B713C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05E0862-EC2A-4007-8EF2-517DF8D40D5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22" name="Footer Placeholder 1">
            <a:extLst>
              <a:ext uri="{598D2C1F-A8E6-4A02-8EBE-C32EAE6161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A9AA305-D8FD-41DA-BB9C-24F1E836555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F4AD9EEC-41E8-408A-BAAB-15863603CE2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52073B5B-9E87-4D96-91BE-BE65ECBDCB4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BA6C7F-FCF6-4B97-A9BC-5AE0061BDE02}"/>
              </a:ext>
            </a:extLst>
          </p:cNvPr>
          <p:cNvSpPr/>
          <p:nvPr userDrawn="1"/>
        </p:nvSpPr>
        <p:spPr>
          <a:xfrm>
            <a:off x="255984" y="472858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cxnSp>
        <p:nvCxnSpPr>
          <p:cNvPr id="3" name="Straight Connector 6">
            <a:extLst>
              <a:ext uri="{190125FF-59D5-4AEA-8192-B75C98BC8BE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BEBF7C-60D0-4D76-A887-210C8DFA09AF}"/>
              </a:ext>
            </a:extLst>
          </p:cNvPr>
          <p:cNvCxnSpPr/>
          <p:nvPr/>
        </p:nvCxnSpPr>
        <p:spPr>
          <a:xfrm flipH="1" flipV="1">
            <a:off x="6236170" y="3019063"/>
            <a:ext cx="2293" cy="496511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7">
            <a:extLst>
              <a:ext uri="{899B1DB0-7790-49F3-B9C7-06886913C29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AE0BC2-3A3E-4FBB-A61B-6A966F150534}"/>
              </a:ext>
            </a:extLst>
          </p:cNvPr>
          <p:cNvCxnSpPr/>
          <p:nvPr/>
        </p:nvCxnSpPr>
        <p:spPr>
          <a:xfrm flipH="1" flipV="1">
            <a:off x="1447352" y="2505218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8">
            <a:extLst>
              <a:ext uri="{DFAFF7CB-64F9-4DAE-9F9D-6F171378DB6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D15E0DD-980B-4A7E-8DF5-40A9624140C8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Title Placeholder 1">
            <a:extLst>
              <a:ext uri="{D3C1A0E4-1113-4D25-A61C-524613C044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803EAC-BB6D-4CC8-B9DA-7F7BB2DCB09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5" y="330993"/>
            <a:ext cx="7290196" cy="602349"/>
          </a:xfrm>
          <a:prstGeom prst="rect">
            <a:avLst/>
          </a:prstGeom>
        </p:spPr>
        <p:txBody>
          <a:bodyPr vert="horz" lIns="0" tIns="0" rIns="0" bIns="0" rtlCol="0" anchor="t">
            <a:normAutofit fontScale="92500" lnSpcReduction="20000"/>
          </a:bodyPr>
          <a:lstStyle>
            <a:lvl1pPr lvl="0">
              <a:lnSpc>
                <a:spcPct val="100000"/>
              </a:lnSpc>
              <a:defRPr lang="en-US" sz="34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4">
            <a:extLst>
              <a:ext uri="{2DBA1FCD-F1D0-4355-968C-277592E550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DD17644-7318-45E2-9436-0CFA7DC6408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383355" y="3866016"/>
            <a:ext cx="1182265" cy="793616"/>
          </a:xfrm>
        </p:spPr>
        <p:txBody>
          <a:bodyPr vert="horz" lIns="0" tIns="0" rIns="0" rtlCol="0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8" name="Text Placeholder 4">
            <a:extLst>
              <a:ext uri="{4BEFBBDB-85A1-4133-96B8-D511CE0BE6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5FBB5E-07BD-4470-9671-AB5C26ADA99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647334" y="3649399"/>
            <a:ext cx="1182265" cy="793616"/>
          </a:xfrm>
        </p:spPr>
        <p:txBody>
          <a:bodyPr vert="horz" lIns="0" tIns="0" rIns="0" rtlCol="0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9" name="Freeform 29">
            <a:extLst>
              <a:ext uri="{B2319171-3BF8-4ED3-82FA-59905CD6CCC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074A4D-C288-4E5B-8594-D21CBCB0CDCA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30">
            <a:extLst>
              <a:ext uri="{8F7EF86C-FF93-4931-9DFD-E53DB09CBD7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A27442-9DFD-49E1-A488-B424B7966D94}"/>
              </a:ext>
            </a:extLst>
          </p:cNvPr>
          <p:cNvSpPr/>
          <p:nvPr userDrawn="1"/>
        </p:nvSpPr>
        <p:spPr>
          <a:xfrm>
            <a:off x="1114196" y="873109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1" name="Freeform 31">
            <a:extLst>
              <a:ext uri="{7EB5FE7C-2258-461B-8A9E-FA077B2D7A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E9DDD07-F883-4985-A9E8-5017B82CC781}"/>
              </a:ext>
            </a:extLst>
          </p:cNvPr>
          <p:cNvSpPr>
            <a:spLocks noChangeAspect="1"/>
          </p:cNvSpPr>
          <p:nvPr userDrawn="1"/>
        </p:nvSpPr>
        <p:spPr>
          <a:xfrm>
            <a:off x="5748398" y="4625413"/>
            <a:ext cx="2126500" cy="518087"/>
          </a:xfrm>
          <a:custGeom>
            <a:avLst/>
            <a:gdLst/>
            <a:ahLst/>
            <a:cxnLst/>
            <a:rect l="0" t="0" r="r" b="b"/>
            <a:pathLst>
              <a:path w="2835334" h="690783">
                <a:moveTo>
                  <a:pt x="1417667" y="0"/>
                </a:moveTo>
                <a:cubicBezTo>
                  <a:pt x="1978078" y="0"/>
                  <a:pt x="2478803" y="255546"/>
                  <a:pt x="2809672" y="656466"/>
                </a:cubicBezTo>
                <a:lnTo>
                  <a:pt x="2835334" y="690783"/>
                </a:lnTo>
                <a:lnTo>
                  <a:pt x="0" y="690783"/>
                </a:lnTo>
                <a:lnTo>
                  <a:pt x="25663" y="656466"/>
                </a:lnTo>
                <a:cubicBezTo>
                  <a:pt x="356531" y="255546"/>
                  <a:pt x="857256" y="0"/>
                  <a:pt x="141766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GB" sz="3200" b="0" i="0" dirty="0">
              <a:latin typeface="Dosis"/>
            </a:endParaRPr>
          </a:p>
        </p:txBody>
      </p:sp>
      <p:cxnSp>
        <p:nvCxnSpPr>
          <p:cNvPr id="12" name="Straight Connector 32">
            <a:extLst>
              <a:ext uri="{C3A315D8-685B-4EF6-9694-72488A0C055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60111E2-764F-4772-AB62-1317F7FB41A3}"/>
              </a:ext>
            </a:extLst>
          </p:cNvPr>
          <p:cNvCxnSpPr/>
          <p:nvPr/>
        </p:nvCxnSpPr>
        <p:spPr>
          <a:xfrm flipH="1" flipV="1">
            <a:off x="2974486" y="3182845"/>
            <a:ext cx="1146" cy="539550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4">
            <a:extLst>
              <a:ext uri="{DC4D57EF-5989-4BE5-9D81-86874046215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EA7BFBE-7993-45DF-8326-ED11496E7C2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17234" y="2021719"/>
            <a:ext cx="660232" cy="660233"/>
          </a:xfrm>
          <a:custGeom>
            <a:avLst/>
            <a:gdLst/>
            <a:ahLst/>
            <a:cxnLst/>
            <a:rect l="0" t="0" r="r" b="b"/>
            <a:pathLst>
              <a:path w="880310" h="880311">
                <a:moveTo>
                  <a:pt x="440155" y="0"/>
                </a:moveTo>
                <a:cubicBezTo>
                  <a:pt x="652860" y="0"/>
                  <a:pt x="830325" y="150877"/>
                  <a:pt x="871369" y="351449"/>
                </a:cubicBezTo>
                <a:lnTo>
                  <a:pt x="880310" y="440149"/>
                </a:lnTo>
                <a:lnTo>
                  <a:pt x="880310" y="440162"/>
                </a:lnTo>
                <a:lnTo>
                  <a:pt x="871369" y="528863"/>
                </a:lnTo>
                <a:cubicBezTo>
                  <a:pt x="830325" y="729434"/>
                  <a:pt x="652860" y="880311"/>
                  <a:pt x="440155" y="880311"/>
                </a:cubicBezTo>
                <a:cubicBezTo>
                  <a:pt x="197064" y="880311"/>
                  <a:pt x="0" y="683247"/>
                  <a:pt x="0" y="440155"/>
                </a:cubicBezTo>
                <a:cubicBezTo>
                  <a:pt x="0" y="197064"/>
                  <a:pt x="197064" y="0"/>
                  <a:pt x="440155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2400" b="0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Text Placeholder 39">
            <a:extLst>
              <a:ext uri="{CDFE9B94-688C-4D68-9492-FE98BC1FCEE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75907C-A1FF-4257-A633-7A39323AAE0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701194" y="2731379"/>
            <a:ext cx="543628" cy="543628"/>
          </a:xfrm>
          <a:custGeom>
            <a:avLst/>
            <a:gdLst/>
            <a:ahLst/>
            <a:cxnLst/>
            <a:rect l="0" t="0" r="r" b="b"/>
            <a:pathLst>
              <a:path w="724838" h="724838">
                <a:moveTo>
                  <a:pt x="362419" y="0"/>
                </a:moveTo>
                <a:cubicBezTo>
                  <a:pt x="537558" y="0"/>
                  <a:pt x="683681" y="124231"/>
                  <a:pt x="717476" y="289379"/>
                </a:cubicBezTo>
                <a:lnTo>
                  <a:pt x="724838" y="362414"/>
                </a:lnTo>
                <a:lnTo>
                  <a:pt x="724838" y="362424"/>
                </a:lnTo>
                <a:lnTo>
                  <a:pt x="717476" y="435459"/>
                </a:lnTo>
                <a:cubicBezTo>
                  <a:pt x="683681" y="600607"/>
                  <a:pt x="537558" y="724838"/>
                  <a:pt x="362419" y="724838"/>
                </a:cubicBezTo>
                <a:cubicBezTo>
                  <a:pt x="162261" y="724838"/>
                  <a:pt x="0" y="562578"/>
                  <a:pt x="0" y="362419"/>
                </a:cubicBezTo>
                <a:cubicBezTo>
                  <a:pt x="0" y="162261"/>
                  <a:pt x="162261" y="0"/>
                  <a:pt x="36241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2400" b="0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41">
            <a:extLst>
              <a:ext uri="{F0184369-E820-4236-9176-1D9BF56EA1D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A0507E5-52FA-48DB-AFAA-8FFF6EBA37C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892164" y="2447077"/>
            <a:ext cx="678993" cy="678993"/>
          </a:xfrm>
          <a:custGeom>
            <a:avLst/>
            <a:gdLst/>
            <a:ahLst/>
            <a:cxnLst/>
            <a:rect l="0" t="0" r="r" b="b"/>
            <a:pathLst>
              <a:path w="905324" h="905324">
                <a:moveTo>
                  <a:pt x="452662" y="0"/>
                </a:moveTo>
                <a:cubicBezTo>
                  <a:pt x="671411" y="0"/>
                  <a:pt x="853919" y="155164"/>
                  <a:pt x="896128" y="361435"/>
                </a:cubicBezTo>
                <a:lnTo>
                  <a:pt x="905324" y="452655"/>
                </a:lnTo>
                <a:lnTo>
                  <a:pt x="905324" y="452669"/>
                </a:lnTo>
                <a:lnTo>
                  <a:pt x="896128" y="543889"/>
                </a:lnTo>
                <a:cubicBezTo>
                  <a:pt x="853919" y="750159"/>
                  <a:pt x="671411" y="905324"/>
                  <a:pt x="452662" y="905324"/>
                </a:cubicBezTo>
                <a:cubicBezTo>
                  <a:pt x="202664" y="905324"/>
                  <a:pt x="0" y="702660"/>
                  <a:pt x="0" y="452662"/>
                </a:cubicBezTo>
                <a:cubicBezTo>
                  <a:pt x="0" y="202664"/>
                  <a:pt x="202664" y="0"/>
                  <a:pt x="452662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2400" b="0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8">
            <a:extLst>
              <a:ext uri="{8A74DA5E-7653-4A74-958E-1C087298CC4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E624F2-117B-460A-A9A2-DD88E36ED45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114425" y="1193006"/>
            <a:ext cx="7291058" cy="303902"/>
          </a:xfrm>
        </p:spPr>
        <p:txBody>
          <a:bodyPr vert="horz" lIns="0" tIns="0" rIns="0" rtlCol="0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7" name="Text Placeholder 44">
            <a:extLst>
              <a:ext uri="{9E38C453-71F5-405A-BBDE-CA63F6246E3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C32E247-DEED-4822-B47B-FD793D77E23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03043" y="2887665"/>
            <a:ext cx="1287752" cy="275035"/>
          </a:xfrm>
          <a:custGeom>
            <a:avLst/>
            <a:gdLst/>
            <a:ahLst/>
            <a:cxnLst/>
            <a:rect l="0" t="0" r="r" b="b"/>
            <a:pathLst>
              <a:path w="1717004" h="366714">
                <a:moveTo>
                  <a:pt x="153419" y="0"/>
                </a:moveTo>
                <a:lnTo>
                  <a:pt x="1562409" y="0"/>
                </a:lnTo>
                <a:cubicBezTo>
                  <a:pt x="1647789" y="0"/>
                  <a:pt x="1717004" y="82092"/>
                  <a:pt x="1717004" y="183357"/>
                </a:cubicBezTo>
                <a:cubicBezTo>
                  <a:pt x="1717004" y="284622"/>
                  <a:pt x="1647789" y="366714"/>
                  <a:pt x="1562409" y="366714"/>
                </a:cubicBezTo>
                <a:lnTo>
                  <a:pt x="153419" y="366714"/>
                </a:lnTo>
                <a:cubicBezTo>
                  <a:pt x="89384" y="366714"/>
                  <a:pt x="34442" y="320538"/>
                  <a:pt x="10973" y="254728"/>
                </a:cubicBezTo>
                <a:lnTo>
                  <a:pt x="0" y="190265"/>
                </a:lnTo>
                <a:lnTo>
                  <a:pt x="0" y="176450"/>
                </a:lnTo>
                <a:lnTo>
                  <a:pt x="10973" y="111987"/>
                </a:lnTo>
                <a:cubicBezTo>
                  <a:pt x="34442" y="46177"/>
                  <a:pt x="89384" y="0"/>
                  <a:pt x="15341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8" name="Text Placeholder 47">
            <a:extLst>
              <a:ext uri="{457F9A8A-511D-4338-BAE1-0FCE61D269F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6F1729-DDF0-45BA-9B9D-AC97AA5F23B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329138" y="3539023"/>
            <a:ext cx="1287752" cy="275035"/>
          </a:xfrm>
          <a:custGeom>
            <a:avLst/>
            <a:gdLst/>
            <a:ahLst/>
            <a:cxnLst/>
            <a:rect l="0" t="0" r="r" b="b"/>
            <a:pathLst>
              <a:path w="1717004" h="366714">
                <a:moveTo>
                  <a:pt x="153419" y="0"/>
                </a:moveTo>
                <a:lnTo>
                  <a:pt x="1562409" y="0"/>
                </a:lnTo>
                <a:cubicBezTo>
                  <a:pt x="1647789" y="0"/>
                  <a:pt x="1717004" y="82092"/>
                  <a:pt x="1717004" y="183357"/>
                </a:cubicBezTo>
                <a:cubicBezTo>
                  <a:pt x="1717004" y="284622"/>
                  <a:pt x="1647789" y="366714"/>
                  <a:pt x="1562409" y="366714"/>
                </a:cubicBezTo>
                <a:lnTo>
                  <a:pt x="153419" y="366714"/>
                </a:lnTo>
                <a:cubicBezTo>
                  <a:pt x="89384" y="366714"/>
                  <a:pt x="34442" y="320538"/>
                  <a:pt x="10973" y="254728"/>
                </a:cubicBezTo>
                <a:lnTo>
                  <a:pt x="0" y="190265"/>
                </a:lnTo>
                <a:lnTo>
                  <a:pt x="0" y="176450"/>
                </a:lnTo>
                <a:lnTo>
                  <a:pt x="10973" y="111987"/>
                </a:lnTo>
                <a:cubicBezTo>
                  <a:pt x="34442" y="46177"/>
                  <a:pt x="89384" y="0"/>
                  <a:pt x="15341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9" name="Text Placeholder 48">
            <a:extLst>
              <a:ext uri="{5E63906C-7345-454A-9B71-4259E9FA3FD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DC9AB0-7302-40BD-8010-5BB980A62886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587793" y="3322405"/>
            <a:ext cx="1287752" cy="275035"/>
          </a:xfrm>
          <a:custGeom>
            <a:avLst/>
            <a:gdLst/>
            <a:ahLst/>
            <a:cxnLst/>
            <a:rect l="0" t="0" r="r" b="b"/>
            <a:pathLst>
              <a:path w="1717004" h="366714">
                <a:moveTo>
                  <a:pt x="153419" y="0"/>
                </a:moveTo>
                <a:lnTo>
                  <a:pt x="1562409" y="0"/>
                </a:lnTo>
                <a:cubicBezTo>
                  <a:pt x="1647789" y="0"/>
                  <a:pt x="1717004" y="82092"/>
                  <a:pt x="1717004" y="183357"/>
                </a:cubicBezTo>
                <a:cubicBezTo>
                  <a:pt x="1717004" y="284622"/>
                  <a:pt x="1647789" y="366714"/>
                  <a:pt x="1562409" y="366714"/>
                </a:cubicBezTo>
                <a:lnTo>
                  <a:pt x="153419" y="366714"/>
                </a:lnTo>
                <a:cubicBezTo>
                  <a:pt x="89384" y="366714"/>
                  <a:pt x="34442" y="320538"/>
                  <a:pt x="10973" y="254728"/>
                </a:cubicBezTo>
                <a:lnTo>
                  <a:pt x="0" y="190265"/>
                </a:lnTo>
                <a:lnTo>
                  <a:pt x="0" y="176450"/>
                </a:lnTo>
                <a:lnTo>
                  <a:pt x="10973" y="111987"/>
                </a:lnTo>
                <a:cubicBezTo>
                  <a:pt x="34442" y="46177"/>
                  <a:pt x="89384" y="0"/>
                  <a:pt x="15341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0" name="Text Placeholder 4">
            <a:extLst>
              <a:ext uri="{F3CB7B56-0FEB-47B1-950B-574FD7282D7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11CB66-FA16-4D29-ACBF-189639ABA4D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55792" y="3214659"/>
            <a:ext cx="1182265" cy="793616"/>
          </a:xfrm>
        </p:spPr>
        <p:txBody>
          <a:bodyPr vert="horz" lIns="0" tIns="0" rIns="0" rtlCol="0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21" name="Text Placeholder 4">
            <a:extLst>
              <a:ext uri="{14159F48-33B7-49F9-B67A-26E2D0CBCE4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1A1DD65-26C5-4CB9-A501-9890CAB9C31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974992" y="3151698"/>
            <a:ext cx="1182265" cy="793616"/>
          </a:xfrm>
        </p:spPr>
        <p:txBody>
          <a:bodyPr vert="horz" lIns="0" tIns="0" rIns="0" rtlCol="0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cxnSp>
        <p:nvCxnSpPr>
          <p:cNvPr id="22" name="Straight Connector 53">
            <a:extLst>
              <a:ext uri="{E17522F1-A24B-4383-9BBB-7A9CBECA16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EB0AB8-5F25-4E25-8F29-12DA5B42FE10}"/>
              </a:ext>
            </a:extLst>
          </p:cNvPr>
          <p:cNvCxnSpPr/>
          <p:nvPr/>
        </p:nvCxnSpPr>
        <p:spPr>
          <a:xfrm flipH="1" flipV="1">
            <a:off x="4566123" y="2475823"/>
            <a:ext cx="1146" cy="539550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54">
            <a:extLst>
              <a:ext uri="{D7EA3E23-47DD-41EF-9FDF-A03E7CAAB78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A0442A3-9F6C-4C3F-BEB8-5E5268B8DF47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920766" y="2824705"/>
            <a:ext cx="1287752" cy="275035"/>
          </a:xfrm>
          <a:custGeom>
            <a:avLst/>
            <a:gdLst/>
            <a:ahLst/>
            <a:cxnLst/>
            <a:rect l="0" t="0" r="r" b="b"/>
            <a:pathLst>
              <a:path w="1717004" h="366714">
                <a:moveTo>
                  <a:pt x="153419" y="0"/>
                </a:moveTo>
                <a:lnTo>
                  <a:pt x="1562409" y="0"/>
                </a:lnTo>
                <a:cubicBezTo>
                  <a:pt x="1647789" y="0"/>
                  <a:pt x="1717004" y="82092"/>
                  <a:pt x="1717004" y="183357"/>
                </a:cubicBezTo>
                <a:cubicBezTo>
                  <a:pt x="1717004" y="284622"/>
                  <a:pt x="1647789" y="366714"/>
                  <a:pt x="1562409" y="366714"/>
                </a:cubicBezTo>
                <a:lnTo>
                  <a:pt x="153419" y="366714"/>
                </a:lnTo>
                <a:cubicBezTo>
                  <a:pt x="89384" y="366714"/>
                  <a:pt x="34442" y="320538"/>
                  <a:pt x="10973" y="254728"/>
                </a:cubicBezTo>
                <a:lnTo>
                  <a:pt x="0" y="190265"/>
                </a:lnTo>
                <a:lnTo>
                  <a:pt x="0" y="176450"/>
                </a:lnTo>
                <a:lnTo>
                  <a:pt x="10973" y="111987"/>
                </a:lnTo>
                <a:cubicBezTo>
                  <a:pt x="34442" y="46177"/>
                  <a:pt x="89384" y="0"/>
                  <a:pt x="15341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4" name="Text Placeholder 55">
            <a:extLst>
              <a:ext uri="{EBCA61E0-2B1B-4C94-A18A-10D3519827B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F1C6B8-3D11-4813-995F-D356ED28573A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156243" y="1756572"/>
            <a:ext cx="819751" cy="819751"/>
          </a:xfrm>
          <a:custGeom>
            <a:avLst/>
            <a:gdLst/>
            <a:ahLst/>
            <a:cxnLst/>
            <a:rect l="0" t="0" r="r" b="b"/>
            <a:pathLst>
              <a:path w="1093002" h="1093002">
                <a:moveTo>
                  <a:pt x="546502" y="0"/>
                </a:moveTo>
                <a:cubicBezTo>
                  <a:pt x="810598" y="0"/>
                  <a:pt x="1030941" y="187331"/>
                  <a:pt x="1081900" y="436362"/>
                </a:cubicBezTo>
                <a:lnTo>
                  <a:pt x="1093002" y="546493"/>
                </a:lnTo>
                <a:lnTo>
                  <a:pt x="1093002" y="546509"/>
                </a:lnTo>
                <a:lnTo>
                  <a:pt x="1081900" y="656640"/>
                </a:lnTo>
                <a:cubicBezTo>
                  <a:pt x="1030941" y="905671"/>
                  <a:pt x="810598" y="1093002"/>
                  <a:pt x="546502" y="1093002"/>
                </a:cubicBezTo>
                <a:cubicBezTo>
                  <a:pt x="244677" y="1093002"/>
                  <a:pt x="0" y="848325"/>
                  <a:pt x="0" y="546501"/>
                </a:cubicBezTo>
                <a:cubicBezTo>
                  <a:pt x="0" y="244677"/>
                  <a:pt x="244677" y="0"/>
                  <a:pt x="546502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2400" b="0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cxnSp>
        <p:nvCxnSpPr>
          <p:cNvPr id="25" name="Straight Connector 56">
            <a:extLst>
              <a:ext uri="{1B4BF05B-0673-4096-8695-F697CDA254B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69CE52-BB52-4F94-89B3-919D38417AE6}"/>
              </a:ext>
            </a:extLst>
          </p:cNvPr>
          <p:cNvCxnSpPr/>
          <p:nvPr/>
        </p:nvCxnSpPr>
        <p:spPr>
          <a:xfrm flipH="1" flipV="1">
            <a:off x="7958309" y="2596095"/>
            <a:ext cx="2293" cy="496511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4">
            <a:extLst>
              <a:ext uri="{E8293295-FB65-4313-8B98-BE54A7503B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FA9693-7110-4513-AD95-92DC42E7D772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7369473" y="3326968"/>
            <a:ext cx="1182265" cy="793616"/>
          </a:xfrm>
        </p:spPr>
        <p:txBody>
          <a:bodyPr vert="horz" lIns="0" tIns="0" rIns="0" rtlCol="0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27" name="Text Placeholder 58">
            <a:extLst>
              <a:ext uri="{1074F6F8-9376-42FA-855A-E1D4FF7994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479BA1-810C-4573-8195-346B16B6C85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7309932" y="2999975"/>
            <a:ext cx="1287752" cy="275035"/>
          </a:xfrm>
          <a:custGeom>
            <a:avLst/>
            <a:gdLst/>
            <a:ahLst/>
            <a:cxnLst/>
            <a:rect l="0" t="0" r="r" b="b"/>
            <a:pathLst>
              <a:path w="1717004" h="366714">
                <a:moveTo>
                  <a:pt x="153419" y="0"/>
                </a:moveTo>
                <a:lnTo>
                  <a:pt x="1562409" y="0"/>
                </a:lnTo>
                <a:cubicBezTo>
                  <a:pt x="1647789" y="0"/>
                  <a:pt x="1717004" y="82092"/>
                  <a:pt x="1717004" y="183357"/>
                </a:cubicBezTo>
                <a:cubicBezTo>
                  <a:pt x="1717004" y="284622"/>
                  <a:pt x="1647789" y="366714"/>
                  <a:pt x="1562409" y="366714"/>
                </a:cubicBezTo>
                <a:lnTo>
                  <a:pt x="153419" y="366714"/>
                </a:lnTo>
                <a:cubicBezTo>
                  <a:pt x="89384" y="366714"/>
                  <a:pt x="34442" y="320538"/>
                  <a:pt x="10973" y="254728"/>
                </a:cubicBezTo>
                <a:lnTo>
                  <a:pt x="0" y="190265"/>
                </a:lnTo>
                <a:lnTo>
                  <a:pt x="0" y="176450"/>
                </a:lnTo>
                <a:lnTo>
                  <a:pt x="10973" y="111987"/>
                </a:lnTo>
                <a:cubicBezTo>
                  <a:pt x="34442" y="46177"/>
                  <a:pt x="89384" y="0"/>
                  <a:pt x="15341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rtlCol="0" anchor="ctr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8" name="Text Placeholder 59">
            <a:extLst>
              <a:ext uri="{8732A26A-A3C2-48B6-B15C-8184E981C62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BD0839-CFE7-432D-B0D1-9068BB98FDBB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7469533" y="1687839"/>
            <a:ext cx="968539" cy="968539"/>
          </a:xfrm>
          <a:custGeom>
            <a:avLst/>
            <a:gdLst/>
            <a:ahLst/>
            <a:cxnLst/>
            <a:rect l="0" t="0" r="r" b="b"/>
            <a:pathLst>
              <a:path w="1291386" h="1291386">
                <a:moveTo>
                  <a:pt x="645694" y="0"/>
                </a:moveTo>
                <a:cubicBezTo>
                  <a:pt x="957725" y="0"/>
                  <a:pt x="1218060" y="221332"/>
                  <a:pt x="1278269" y="515564"/>
                </a:cubicBezTo>
                <a:lnTo>
                  <a:pt x="1291386" y="645684"/>
                </a:lnTo>
                <a:lnTo>
                  <a:pt x="1291386" y="645703"/>
                </a:lnTo>
                <a:lnTo>
                  <a:pt x="1278269" y="775823"/>
                </a:lnTo>
                <a:cubicBezTo>
                  <a:pt x="1218060" y="1070054"/>
                  <a:pt x="957725" y="1291386"/>
                  <a:pt x="645694" y="1291386"/>
                </a:cubicBezTo>
                <a:cubicBezTo>
                  <a:pt x="289087" y="1291386"/>
                  <a:pt x="0" y="1002299"/>
                  <a:pt x="0" y="645693"/>
                </a:cubicBezTo>
                <a:cubicBezTo>
                  <a:pt x="0" y="289087"/>
                  <a:pt x="289087" y="0"/>
                  <a:pt x="645694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2400" b="0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Slide Number Placeholder 5">
            <a:extLst>
              <a:ext uri="{454BF2F4-4362-4627-9769-8A4FE7BF74B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1ADEA0-53A5-4421-B530-657CE4EC131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55984" y="4522013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30" name="Date Placeholder 1">
            <a:extLst>
              <a:ext uri="{D55D1D42-478E-4599-9097-5EF2CEE9458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AF9AD6-339B-4B1E-8CC8-B0308777981D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31" name="Footer Placeholder 1">
            <a:extLst>
              <a:ext uri="{7CF25343-29E9-4990-8515-9E0DC1A831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B1401D8-CF1B-4FB4-9BB2-F4F0CCA95E6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2164882D-4838-413C-ABBF-DD871E118B1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at a Glanc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06A240C9-5D14-46BB-A275-4FC2880508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33CC4B-486B-44D4-B7C3-5A2E76A07DC1}"/>
              </a:ext>
            </a:extLst>
          </p:cNvPr>
          <p:cNvSpPr>
            <a:spLocks noChangeAspect="1"/>
          </p:cNvSpPr>
          <p:nvPr userDrawn="1"/>
        </p:nvSpPr>
        <p:spPr>
          <a:xfrm>
            <a:off x="7342562" y="4625413"/>
            <a:ext cx="1801437" cy="518087"/>
          </a:xfrm>
          <a:custGeom>
            <a:avLst/>
            <a:gdLst/>
            <a:ahLst/>
            <a:cxnLst/>
            <a:rect l="0" t="0" r="r" b="b"/>
            <a:pathLst>
              <a:path w="2401917" h="690783">
                <a:moveTo>
                  <a:pt x="1417667" y="0"/>
                </a:moveTo>
                <a:cubicBezTo>
                  <a:pt x="1767924" y="0"/>
                  <a:pt x="2094866" y="99823"/>
                  <a:pt x="2371596" y="272571"/>
                </a:cubicBezTo>
                <a:lnTo>
                  <a:pt x="2401917" y="293857"/>
                </a:lnTo>
                <a:lnTo>
                  <a:pt x="2401917" y="690783"/>
                </a:lnTo>
                <a:lnTo>
                  <a:pt x="0" y="690783"/>
                </a:lnTo>
                <a:lnTo>
                  <a:pt x="25663" y="656466"/>
                </a:lnTo>
                <a:cubicBezTo>
                  <a:pt x="356531" y="255546"/>
                  <a:pt x="857256" y="0"/>
                  <a:pt x="141766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GB" sz="3200" b="0" i="0" dirty="0">
              <a:latin typeface="Dosis"/>
            </a:endParaRPr>
          </a:p>
        </p:txBody>
      </p:sp>
      <p:sp>
        <p:nvSpPr>
          <p:cNvPr id="3" name="Freeform 10">
            <a:extLst>
              <a:ext uri="{23E72D39-4C02-448F-9115-FF7BF4828A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5854788-9022-4566-80BF-C3CAF8D79D75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11">
            <a:extLst>
              <a:ext uri="{948F29EB-DB14-40AD-BF59-5FCE1574BB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99CDFC-45AE-4F1C-BC66-7EBF39A37DB1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Oval 14">
            <a:extLst>
              <a:ext uri="{5C73666B-EAD3-49CC-BC6D-EFC82C613B7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2DE6C0-E3C7-4377-931A-8E724F776498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19">
            <a:extLst>
              <a:ext uri="{62EB03C4-A065-4A70-8B9C-EDDC963B871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E79E70-6CC8-4C61-948D-32BC02F147EB}"/>
              </a:ext>
            </a:extLst>
          </p:cNvPr>
          <p:cNvSpPr/>
          <p:nvPr userDrawn="1"/>
        </p:nvSpPr>
        <p:spPr>
          <a:xfrm>
            <a:off x="1114199" y="9493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Chart Placeholder 19">
            <a:extLst>
              <a:ext uri="{19472175-279E-42E5-AC07-BEED31C42C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C9CCEA-1E3D-4D42-B5A6-5EFB7BE65807}"/>
              </a:ext>
            </a:extLst>
          </p:cNvPr>
          <p:cNvSpPr>
            <a:spLocks noGrp="1"/>
          </p:cNvSpPr>
          <p:nvPr>
            <p:ph type="chart"/>
          </p:nvPr>
        </p:nvSpPr>
        <p:spPr>
          <a:xfrm>
            <a:off x="4723142" y="644423"/>
            <a:ext cx="3844661" cy="3844652"/>
          </a:xfrm>
        </p:spPr>
        <p:txBody>
          <a:bodyPr vert="horz" rtlCol="0" anchor="ctr">
            <a:normAutofit/>
          </a:bodyPr>
          <a:lstStyle>
            <a:lvl1pPr lvl="0" algn="ctr">
              <a:defRPr lang="en-US" dirty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27">
            <a:extLst>
              <a:ext uri="{6AF29A95-2E33-4ED7-86BF-315773BACB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180A27-04A2-45AC-9696-A176BBC00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145" y="644418"/>
            <a:ext cx="3844658" cy="3844658"/>
          </a:xfrm>
          <a:custGeom>
            <a:avLst/>
            <a:gdLst/>
            <a:ahLst/>
            <a:cxnLst/>
            <a:rect l="0" t="0" r="r" b="b"/>
            <a:pathLst>
              <a:path w="5126212" h="5126211">
                <a:moveTo>
                  <a:pt x="2562880" y="336483"/>
                </a:moveTo>
                <a:cubicBezTo>
                  <a:pt x="1333027" y="336483"/>
                  <a:pt x="336035" y="1333466"/>
                  <a:pt x="336035" y="2563308"/>
                </a:cubicBezTo>
                <a:cubicBezTo>
                  <a:pt x="336035" y="3793151"/>
                  <a:pt x="1333027" y="4790135"/>
                  <a:pt x="2562880" y="4790135"/>
                </a:cubicBezTo>
                <a:cubicBezTo>
                  <a:pt x="3792733" y="4790135"/>
                  <a:pt x="4789726" y="3793151"/>
                  <a:pt x="4789726" y="2563308"/>
                </a:cubicBezTo>
                <a:cubicBezTo>
                  <a:pt x="4789726" y="1333466"/>
                  <a:pt x="3792733" y="336483"/>
                  <a:pt x="2562880" y="336483"/>
                </a:cubicBezTo>
                <a:close/>
                <a:moveTo>
                  <a:pt x="2562881" y="0"/>
                </a:moveTo>
                <a:cubicBezTo>
                  <a:pt x="3978570" y="0"/>
                  <a:pt x="5126212" y="1147632"/>
                  <a:pt x="5126212" y="2563308"/>
                </a:cubicBezTo>
                <a:cubicBezTo>
                  <a:pt x="5126212" y="3934745"/>
                  <a:pt x="4049177" y="5054629"/>
                  <a:pt x="2694789" y="5123283"/>
                </a:cubicBezTo>
                <a:lnTo>
                  <a:pt x="2578969" y="5126211"/>
                </a:lnTo>
                <a:lnTo>
                  <a:pt x="2546793" y="5126211"/>
                </a:lnTo>
                <a:lnTo>
                  <a:pt x="2430973" y="5123283"/>
                </a:lnTo>
                <a:cubicBezTo>
                  <a:pt x="1120276" y="5056844"/>
                  <a:pt x="69326" y="4005902"/>
                  <a:pt x="2886" y="2695216"/>
                </a:cubicBezTo>
                <a:lnTo>
                  <a:pt x="0" y="2581097"/>
                </a:lnTo>
                <a:lnTo>
                  <a:pt x="0" y="2545520"/>
                </a:lnTo>
                <a:lnTo>
                  <a:pt x="2886" y="2431401"/>
                </a:lnTo>
                <a:cubicBezTo>
                  <a:pt x="71540" y="1077026"/>
                  <a:pt x="1191433" y="0"/>
                  <a:pt x="2562881" y="0"/>
                </a:cubicBezTo>
                <a:close/>
              </a:path>
            </a:pathLst>
          </a:custGeom>
          <a:noFill/>
        </p:spPr>
        <p:txBody>
          <a:bodyPr vert="horz" wrap="square" rtlCol="0">
            <a:noAutofit/>
          </a:bodyPr>
          <a:lstStyle>
            <a:lvl1pPr marL="0" lvl="0" indent="0" algn="ctr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9" name="Title Placeholder 1">
            <a:extLst>
              <a:ext uri="{B1E7AAAB-021C-4844-8D58-07E34D336B8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06D8285-D906-4609-8A3F-673E11EA4C7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15615" y="330993"/>
            <a:ext cx="3077765" cy="6156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0" name="Text Placeholder 4">
            <a:extLst>
              <a:ext uri="{140C544F-A40B-4CEE-97F1-6C6715D13C5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013D420-0DA7-42E0-80B3-8730A797616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14196" y="1266825"/>
            <a:ext cx="3067050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8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11" name="Text Placeholder 8">
            <a:extLst>
              <a:ext uri="{6D3193ED-6DDD-4445-BA03-81644F4E4A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907996-A45B-49C2-95E7-4B3425026E0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114196" y="1685925"/>
            <a:ext cx="3078996" cy="2935690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2" name="Slide Number Placeholder 5">
            <a:extLst>
              <a:ext uri="{57B7EE22-301D-4C10-B483-A53E573763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81AE2E2-956D-43A2-9C8A-BB433976A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3" name="Date Placeholder 1">
            <a:extLst>
              <a:ext uri="{8E8BAB27-344B-4757-9437-85DD32D2747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AFE93D3-3908-408B-89C8-D1721D38F95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4" name="Footer Placeholder 1">
            <a:extLst>
              <a:ext uri="{7271B82A-6DAF-4CD9-AE81-F98398D8495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70999F-339A-4A52-A59E-E6F721A9BD35}"/>
              </a:ext>
            </a:extLst>
          </p:cNvPr>
          <p:cNvSpPr>
            <a:spLocks noGrp="1"/>
          </p:cNvSpPr>
          <p:nvPr>
            <p:ph type="ftr" sz="quarter" idx="7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295FD378-2916-4313-8A5E-2C07B0287AA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at a Glanc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2">
            <a:extLst>
              <a:ext uri="{E0558C25-CAD9-4BF0-BFBB-098C053A5F7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F465D6-E78D-468C-BE10-91D8509A287A}"/>
              </a:ext>
            </a:extLst>
          </p:cNvPr>
          <p:cNvSpPr>
            <a:spLocks noChangeAspect="1"/>
          </p:cNvSpPr>
          <p:nvPr userDrawn="1"/>
        </p:nvSpPr>
        <p:spPr>
          <a:xfrm>
            <a:off x="7342562" y="4625413"/>
            <a:ext cx="1801437" cy="518087"/>
          </a:xfrm>
          <a:custGeom>
            <a:avLst/>
            <a:gdLst/>
            <a:ahLst/>
            <a:cxnLst/>
            <a:rect l="0" t="0" r="r" b="b"/>
            <a:pathLst>
              <a:path w="2401917" h="690783">
                <a:moveTo>
                  <a:pt x="1417667" y="0"/>
                </a:moveTo>
                <a:cubicBezTo>
                  <a:pt x="1767924" y="0"/>
                  <a:pt x="2094866" y="99823"/>
                  <a:pt x="2371596" y="272571"/>
                </a:cubicBezTo>
                <a:lnTo>
                  <a:pt x="2401917" y="293857"/>
                </a:lnTo>
                <a:lnTo>
                  <a:pt x="2401917" y="690783"/>
                </a:lnTo>
                <a:lnTo>
                  <a:pt x="0" y="690783"/>
                </a:lnTo>
                <a:lnTo>
                  <a:pt x="25663" y="656466"/>
                </a:lnTo>
                <a:cubicBezTo>
                  <a:pt x="356531" y="255546"/>
                  <a:pt x="857256" y="0"/>
                  <a:pt x="141766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GB" sz="3200" b="0" i="0" dirty="0">
              <a:latin typeface="Dosis"/>
            </a:endParaRPr>
          </a:p>
        </p:txBody>
      </p:sp>
      <p:sp>
        <p:nvSpPr>
          <p:cNvPr id="3" name="Freeform 13">
            <a:extLst>
              <a:ext uri="{5B77A733-8E61-4DDB-B4F5-B83E353D3A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689D12-6CD8-460A-830C-8E639FE95948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14">
            <a:extLst>
              <a:ext uri="{B942FA73-D03A-4E5D-B19E-9E8983DFB51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B1D787D-32D6-44C4-B5A4-0AB38EFADD11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Oval 16">
            <a:extLst>
              <a:ext uri="{A74B84D8-A261-43F8-BF6D-541839AD687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71E939D-C2B5-4640-9526-8C47BEA62EA5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18">
            <a:extLst>
              <a:ext uri="{62734227-1747-4287-A74B-79B35696D04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949015-4D97-4935-A0F4-26308E8ED639}"/>
              </a:ext>
            </a:extLst>
          </p:cNvPr>
          <p:cNvSpPr/>
          <p:nvPr userDrawn="1"/>
        </p:nvSpPr>
        <p:spPr>
          <a:xfrm>
            <a:off x="1114199" y="9493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Picture Placeholder 20">
            <a:extLst>
              <a:ext uri="{53257081-0B20-487B-A01F-DAA814910A5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6DCF86-5820-45BB-B03B-055223DBFCAD}"/>
              </a:ext>
            </a:extLst>
          </p:cNvPr>
          <p:cNvSpPr>
            <a:spLocks noGrp="1"/>
          </p:cNvSpPr>
          <p:nvPr>
            <p:ph type="pic"/>
          </p:nvPr>
        </p:nvSpPr>
        <p:spPr>
          <a:xfrm>
            <a:off x="4735980" y="698640"/>
            <a:ext cx="3823370" cy="3823368"/>
          </a:xfrm>
          <a:custGeom>
            <a:avLst/>
            <a:gdLst/>
            <a:ahLst/>
            <a:cxnLst/>
            <a:rect l="0" t="0" r="r" b="b"/>
            <a:pathLst>
              <a:path w="5097828" h="5097825">
                <a:moveTo>
                  <a:pt x="2548689" y="334619"/>
                </a:moveTo>
                <a:cubicBezTo>
                  <a:pt x="1325646" y="334619"/>
                  <a:pt x="334174" y="1326082"/>
                  <a:pt x="334174" y="2549115"/>
                </a:cubicBezTo>
                <a:cubicBezTo>
                  <a:pt x="334174" y="3772147"/>
                  <a:pt x="1325646" y="4763610"/>
                  <a:pt x="2548689" y="4763610"/>
                </a:cubicBezTo>
                <a:cubicBezTo>
                  <a:pt x="3771732" y="4763610"/>
                  <a:pt x="4763204" y="3772147"/>
                  <a:pt x="4763204" y="2549115"/>
                </a:cubicBezTo>
                <a:cubicBezTo>
                  <a:pt x="4763204" y="1326082"/>
                  <a:pt x="3771732" y="334619"/>
                  <a:pt x="2548689" y="334619"/>
                </a:cubicBezTo>
                <a:close/>
                <a:moveTo>
                  <a:pt x="2548690" y="0"/>
                </a:moveTo>
                <a:cubicBezTo>
                  <a:pt x="3956540" y="0"/>
                  <a:pt x="5097828" y="1141277"/>
                  <a:pt x="5097828" y="2549115"/>
                </a:cubicBezTo>
                <a:cubicBezTo>
                  <a:pt x="5097828" y="3912957"/>
                  <a:pt x="4026756" y="5026639"/>
                  <a:pt x="2679868" y="5094913"/>
                </a:cubicBezTo>
                <a:lnTo>
                  <a:pt x="2564689" y="5097825"/>
                </a:lnTo>
                <a:lnTo>
                  <a:pt x="2532691" y="5097825"/>
                </a:lnTo>
                <a:lnTo>
                  <a:pt x="2417512" y="5094913"/>
                </a:lnTo>
                <a:cubicBezTo>
                  <a:pt x="1114073" y="5028842"/>
                  <a:pt x="68942" y="3983721"/>
                  <a:pt x="2870" y="2680292"/>
                </a:cubicBezTo>
                <a:lnTo>
                  <a:pt x="0" y="2566805"/>
                </a:lnTo>
                <a:lnTo>
                  <a:pt x="0" y="2531424"/>
                </a:lnTo>
                <a:lnTo>
                  <a:pt x="2870" y="2417938"/>
                </a:lnTo>
                <a:cubicBezTo>
                  <a:pt x="71144" y="1071062"/>
                  <a:pt x="1184836" y="0"/>
                  <a:pt x="2548690" y="0"/>
                </a:cubicBezTo>
                <a:close/>
              </a:path>
            </a:pathLst>
          </a:custGeom>
          <a:noFill/>
          <a:effectLst>
            <a:outerShdw blurRad="50800" dist="76200" dir="2700000">
              <a:srgbClr val="000000">
                <a:alpha val="39999"/>
              </a:srgbClr>
            </a:outerShdw>
          </a:effectLst>
        </p:spPr>
        <p:txBody>
          <a:bodyPr vert="horz" wrap="square" rtlCol="0">
            <a:noAutofit/>
          </a:bodyPr>
          <a:lstStyle>
            <a:lvl1pPr marL="0" lvl="0" indent="0" algn="ctr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8" name="Title Placeholder 1">
            <a:extLst>
              <a:ext uri="{E662F98E-0C39-44C5-98D6-868303EE4E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EEC043-8B66-481D-A4D4-4B646E83363B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5" y="330993"/>
            <a:ext cx="3077765" cy="6156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Text Placeholder 4">
            <a:extLst>
              <a:ext uri="{E965ADBB-55F0-4578-BE7A-8715E0FF389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6288A60-497C-4342-9F84-2ED1A7622AD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14196" y="1269206"/>
            <a:ext cx="3078846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8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10" name="Text Placeholder 8">
            <a:extLst>
              <a:ext uri="{F6491E96-7C83-4AFF-A3AA-E777DE50A15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DCDD908-D52A-410E-8D6C-9BB00F692DB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14196" y="1693459"/>
            <a:ext cx="3078996" cy="2935690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1" name="Chart Placeholder 19">
            <a:extLst>
              <a:ext uri="{1117C646-31F7-4EA7-BB85-68D156B69A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1C8A801-5899-4D0B-A697-0A1945892484}"/>
              </a:ext>
            </a:extLst>
          </p:cNvPr>
          <p:cNvSpPr>
            <a:spLocks noGrp="1"/>
          </p:cNvSpPr>
          <p:nvPr>
            <p:ph type="chart" idx="4"/>
          </p:nvPr>
        </p:nvSpPr>
        <p:spPr>
          <a:xfrm>
            <a:off x="4735982" y="698639"/>
            <a:ext cx="3823363" cy="3823373"/>
          </a:xfrm>
        </p:spPr>
        <p:txBody>
          <a:bodyPr vert="horz" rtlCol="0" anchor="ctr">
            <a:normAutofit/>
          </a:bodyPr>
          <a:lstStyle>
            <a:lvl1pPr lvl="0" algn="ctr">
              <a:defRPr lang="en-US" dirty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109B66EA-B5E3-4500-9BC8-4C1B24CB3DD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94394C-B69C-4F8D-8192-D8015ACB6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255984" y="4522013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3" name="Date Placeholder 1">
            <a:extLst>
              <a:ext uri="{49690318-B5D7-4D78-ABC6-C937105CAD0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A19D80-823E-4F86-9DDA-39EDD51B8A8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4" name="Footer Placeholder 1">
            <a:extLst>
              <a:ext uri="{11F3BE39-60E2-43FF-9E4E-70AE2A022E4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07E5E7-B7D7-439A-AF77-0C57F921B771}"/>
              </a:ext>
            </a:extLst>
          </p:cNvPr>
          <p:cNvSpPr>
            <a:spLocks noGrp="1"/>
          </p:cNvSpPr>
          <p:nvPr>
            <p:ph type="ftr" sz="quarter" idx="7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FCD5466A-B051-4037-B4CC-39BD557987A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>
            <a:extLst>
              <a:ext uri="{FAC71028-19D5-4270-A63B-01A03C2354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BEE8FE-5B71-41E9-9E16-3C9E269B770D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Freeform 3">
            <a:extLst>
              <a:ext uri="{0E17DA28-3B7E-4699-B1B1-2F39DC2173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641232-8482-46AA-B0B0-33E77DC0EB35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4">
            <a:extLst>
              <a:ext uri="{EEB43E58-E6AC-4CE3-A753-DB7D14A238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741C879-6898-4065-BCAA-8A45D9D1EA8C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Title Placeholder 1">
            <a:extLst>
              <a:ext uri="{5A4E130D-5214-4813-BAF7-DDCCF58B943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7D0B6D9-2B58-498A-8A32-BC2450E8E4A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5" y="330993"/>
            <a:ext cx="4077890" cy="14626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Rounded Rectangle 7">
            <a:extLst>
              <a:ext uri="{EF14BC56-000C-4E00-BEF9-8C7E71458D1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2B66478-7915-442C-BEB5-1C40FCB0CD56}"/>
              </a:ext>
            </a:extLst>
          </p:cNvPr>
          <p:cNvSpPr/>
          <p:nvPr userDrawn="1"/>
        </p:nvSpPr>
        <p:spPr>
          <a:xfrm>
            <a:off x="1114199" y="9493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Picture Placeholder 13">
            <a:extLst>
              <a:ext uri="{3C13DB99-CB9A-4C37-AE08-303F7615C72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6D3CEA4-DA5E-43E4-BF3A-6159A5CE5602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1115616" y="1164040"/>
            <a:ext cx="1651571" cy="1637633"/>
          </a:xfrm>
          <a:custGeom>
            <a:avLst/>
            <a:gdLst/>
            <a:ahLst/>
            <a:cxnLst/>
            <a:rect l="0" t="0" r="r" b="b"/>
            <a:pathLst>
              <a:path w="2202095" h="2183511">
                <a:moveTo>
                  <a:pt x="1101048" y="0"/>
                </a:moveTo>
                <a:cubicBezTo>
                  <a:pt x="1671134" y="0"/>
                  <a:pt x="2140026" y="429605"/>
                  <a:pt x="2196411" y="980130"/>
                </a:cubicBezTo>
                <a:lnTo>
                  <a:pt x="2202095" y="1091746"/>
                </a:lnTo>
                <a:lnTo>
                  <a:pt x="2202095" y="1091764"/>
                </a:lnTo>
                <a:lnTo>
                  <a:pt x="2196411" y="1203381"/>
                </a:lnTo>
                <a:cubicBezTo>
                  <a:pt x="2140026" y="1753906"/>
                  <a:pt x="1671134" y="2183511"/>
                  <a:pt x="1101048" y="2183511"/>
                </a:cubicBezTo>
                <a:cubicBezTo>
                  <a:pt x="492956" y="2183511"/>
                  <a:pt x="0" y="1694716"/>
                  <a:pt x="0" y="1091755"/>
                </a:cubicBezTo>
                <a:cubicBezTo>
                  <a:pt x="0" y="488795"/>
                  <a:pt x="492956" y="0"/>
                  <a:pt x="1101048" y="0"/>
                </a:cubicBezTo>
                <a:close/>
              </a:path>
            </a:pathLst>
          </a:custGeom>
          <a:noFill/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8" name="Picture Placeholder 13">
            <a:extLst>
              <a:ext uri="{638F6146-9A19-41E8-9373-202219F290A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EB91F70-FA8D-4B9E-A9B9-C1973E69E67C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934928" y="1164040"/>
            <a:ext cx="1651571" cy="1637633"/>
          </a:xfrm>
          <a:custGeom>
            <a:avLst/>
            <a:gdLst/>
            <a:ahLst/>
            <a:cxnLst/>
            <a:rect l="0" t="0" r="r" b="b"/>
            <a:pathLst>
              <a:path w="2202095" h="2183511">
                <a:moveTo>
                  <a:pt x="1101048" y="0"/>
                </a:moveTo>
                <a:cubicBezTo>
                  <a:pt x="1671134" y="0"/>
                  <a:pt x="2140026" y="429605"/>
                  <a:pt x="2196411" y="980130"/>
                </a:cubicBezTo>
                <a:lnTo>
                  <a:pt x="2202095" y="1091746"/>
                </a:lnTo>
                <a:lnTo>
                  <a:pt x="2202095" y="1091764"/>
                </a:lnTo>
                <a:lnTo>
                  <a:pt x="2196411" y="1203381"/>
                </a:lnTo>
                <a:cubicBezTo>
                  <a:pt x="2140026" y="1753906"/>
                  <a:pt x="1671134" y="2183511"/>
                  <a:pt x="1101048" y="2183511"/>
                </a:cubicBezTo>
                <a:cubicBezTo>
                  <a:pt x="492956" y="2183511"/>
                  <a:pt x="0" y="1694716"/>
                  <a:pt x="0" y="1091755"/>
                </a:cubicBezTo>
                <a:cubicBezTo>
                  <a:pt x="0" y="488795"/>
                  <a:pt x="492956" y="0"/>
                  <a:pt x="1101048" y="0"/>
                </a:cubicBezTo>
                <a:close/>
              </a:path>
            </a:pathLst>
          </a:custGeom>
          <a:noFill/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9" name="Text Placeholder 33">
            <a:extLst>
              <a:ext uri="{E5A086AC-073D-4F1D-B30B-B9281B9B087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66883C-7B3D-41F3-BDD5-072E29D877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23858" y="2240622"/>
            <a:ext cx="1095375" cy="1097013"/>
          </a:xfrm>
          <a:custGeom>
            <a:avLst/>
            <a:gdLst/>
            <a:ahLst/>
            <a:cxnLst/>
            <a:rect l="0" t="0" r="r" b="b"/>
            <a:pathLst>
              <a:path w="1357853" h="1357854">
                <a:moveTo>
                  <a:pt x="678927" y="0"/>
                </a:moveTo>
                <a:cubicBezTo>
                  <a:pt x="1007018" y="0"/>
                  <a:pt x="1280753" y="232724"/>
                  <a:pt x="1344061" y="542100"/>
                </a:cubicBezTo>
                <a:lnTo>
                  <a:pt x="1357853" y="678917"/>
                </a:lnTo>
                <a:lnTo>
                  <a:pt x="1357853" y="678937"/>
                </a:lnTo>
                <a:lnTo>
                  <a:pt x="1344061" y="815755"/>
                </a:lnTo>
                <a:cubicBezTo>
                  <a:pt x="1280753" y="1125130"/>
                  <a:pt x="1007018" y="1357854"/>
                  <a:pt x="678927" y="1357854"/>
                </a:cubicBezTo>
                <a:cubicBezTo>
                  <a:pt x="303966" y="1357854"/>
                  <a:pt x="0" y="1053888"/>
                  <a:pt x="0" y="678927"/>
                </a:cubicBezTo>
                <a:cubicBezTo>
                  <a:pt x="0" y="303966"/>
                  <a:pt x="303966" y="0"/>
                  <a:pt x="6789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34">
            <a:extLst>
              <a:ext uri="{2875987C-BA90-4591-8B5E-8D45346932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8B3F0A-90FA-4F3B-96FB-FB2F344817D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043173" y="2240622"/>
            <a:ext cx="1095375" cy="1097013"/>
          </a:xfrm>
          <a:custGeom>
            <a:avLst/>
            <a:gdLst/>
            <a:ahLst/>
            <a:cxnLst/>
            <a:rect l="0" t="0" r="r" b="b"/>
            <a:pathLst>
              <a:path w="1357853" h="1357854">
                <a:moveTo>
                  <a:pt x="678927" y="0"/>
                </a:moveTo>
                <a:cubicBezTo>
                  <a:pt x="1007018" y="0"/>
                  <a:pt x="1280753" y="232724"/>
                  <a:pt x="1344061" y="542100"/>
                </a:cubicBezTo>
                <a:lnTo>
                  <a:pt x="1357853" y="678917"/>
                </a:lnTo>
                <a:lnTo>
                  <a:pt x="1357853" y="678937"/>
                </a:lnTo>
                <a:lnTo>
                  <a:pt x="1344061" y="815755"/>
                </a:lnTo>
                <a:cubicBezTo>
                  <a:pt x="1280753" y="1125130"/>
                  <a:pt x="1007018" y="1357854"/>
                  <a:pt x="678927" y="1357854"/>
                </a:cubicBezTo>
                <a:cubicBezTo>
                  <a:pt x="303966" y="1357854"/>
                  <a:pt x="0" y="1053888"/>
                  <a:pt x="0" y="678927"/>
                </a:cubicBezTo>
                <a:cubicBezTo>
                  <a:pt x="0" y="303966"/>
                  <a:pt x="303966" y="0"/>
                  <a:pt x="6789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Picture Placeholder 13">
            <a:extLst>
              <a:ext uri="{54BABF6C-C4EC-44CA-B958-4A31D3FC506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F387E0-787D-4188-972C-8726550B0C5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754241" y="1164040"/>
            <a:ext cx="1651571" cy="1637633"/>
          </a:xfrm>
          <a:custGeom>
            <a:avLst/>
            <a:gdLst/>
            <a:ahLst/>
            <a:cxnLst/>
            <a:rect l="0" t="0" r="r" b="b"/>
            <a:pathLst>
              <a:path w="2202095" h="2183511">
                <a:moveTo>
                  <a:pt x="1101048" y="0"/>
                </a:moveTo>
                <a:cubicBezTo>
                  <a:pt x="1671134" y="0"/>
                  <a:pt x="2140026" y="429605"/>
                  <a:pt x="2196411" y="980130"/>
                </a:cubicBezTo>
                <a:lnTo>
                  <a:pt x="2202095" y="1091746"/>
                </a:lnTo>
                <a:lnTo>
                  <a:pt x="2202095" y="1091764"/>
                </a:lnTo>
                <a:lnTo>
                  <a:pt x="2196411" y="1203381"/>
                </a:lnTo>
                <a:cubicBezTo>
                  <a:pt x="2140026" y="1753906"/>
                  <a:pt x="1671134" y="2183511"/>
                  <a:pt x="1101048" y="2183511"/>
                </a:cubicBezTo>
                <a:cubicBezTo>
                  <a:pt x="492956" y="2183511"/>
                  <a:pt x="0" y="1694716"/>
                  <a:pt x="0" y="1091755"/>
                </a:cubicBezTo>
                <a:cubicBezTo>
                  <a:pt x="0" y="488795"/>
                  <a:pt x="492956" y="0"/>
                  <a:pt x="1101048" y="0"/>
                </a:cubicBezTo>
                <a:close/>
              </a:path>
            </a:pathLst>
          </a:custGeom>
          <a:noFill/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2" name="Text Placeholder 57">
            <a:extLst>
              <a:ext uri="{B62E6AB3-F223-4A32-861F-DAAC3A96FB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7BE8F5C-56F1-4E70-960E-59B36255C24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862487" y="2240622"/>
            <a:ext cx="1095375" cy="1097013"/>
          </a:xfrm>
          <a:custGeom>
            <a:avLst/>
            <a:gdLst/>
            <a:ahLst/>
            <a:cxnLst/>
            <a:rect l="0" t="0" r="r" b="b"/>
            <a:pathLst>
              <a:path w="1357853" h="1357854">
                <a:moveTo>
                  <a:pt x="678927" y="0"/>
                </a:moveTo>
                <a:cubicBezTo>
                  <a:pt x="1007018" y="0"/>
                  <a:pt x="1280753" y="232724"/>
                  <a:pt x="1344061" y="542100"/>
                </a:cubicBezTo>
                <a:lnTo>
                  <a:pt x="1357853" y="678917"/>
                </a:lnTo>
                <a:lnTo>
                  <a:pt x="1357853" y="678937"/>
                </a:lnTo>
                <a:lnTo>
                  <a:pt x="1344061" y="815755"/>
                </a:lnTo>
                <a:cubicBezTo>
                  <a:pt x="1280753" y="1125130"/>
                  <a:pt x="1007018" y="1357854"/>
                  <a:pt x="678927" y="1357854"/>
                </a:cubicBezTo>
                <a:cubicBezTo>
                  <a:pt x="303966" y="1357854"/>
                  <a:pt x="0" y="1053888"/>
                  <a:pt x="0" y="678927"/>
                </a:cubicBezTo>
                <a:cubicBezTo>
                  <a:pt x="0" y="303966"/>
                  <a:pt x="303966" y="0"/>
                  <a:pt x="6789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59">
            <a:extLst>
              <a:ext uri="{1613841E-FDB6-45D0-9A65-E958AE668B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8EB693-9369-477D-8E36-09958FFEBE8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292647" y="3390538"/>
            <a:ext cx="1296097" cy="1428750"/>
          </a:xfrm>
        </p:spPr>
        <p:txBody>
          <a:bodyPr vert="horz" lIns="0" tIns="0" rIns="0" bIns="0" rtlCol="0">
            <a:noAutofit/>
          </a:bodyPr>
          <a:lstStyle>
            <a:lvl1pPr lvl="0">
              <a:lnSpc>
                <a:spcPct val="100000"/>
              </a:lnSpc>
              <a:defRPr lang="en-US" sz="1200" baseline="0" dirty="0"/>
            </a:lvl1pPr>
            <a:lvl2pPr lvl="1">
              <a:defRPr lang="en-US" sz="1400" dirty="0"/>
            </a:lvl2pPr>
            <a:lvl3pPr lvl="2">
              <a:defRPr lang="en-US" sz="1400" dirty="0"/>
            </a:lvl3pPr>
            <a:lvl4pPr lvl="3">
              <a:defRPr lang="en-US" sz="1400" dirty="0"/>
            </a:lvl4pPr>
            <a:lvl5pPr lvl="4">
              <a:defRPr lang="en-US" sz="14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4" name="Text Placeholder 59">
            <a:extLst>
              <a:ext uri="{CB826640-E4C2-43C7-9E04-3AEE151A1F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C0B06A-BFD3-447C-ADE9-C181465FFDE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112666" y="3390538"/>
            <a:ext cx="1296097" cy="1428750"/>
          </a:xfrm>
        </p:spPr>
        <p:txBody>
          <a:bodyPr vert="horz" lIns="0" tIns="0" rIns="0" bIns="0" rtlCol="0">
            <a:noAutofit/>
          </a:bodyPr>
          <a:lstStyle>
            <a:lvl1pPr lvl="0">
              <a:lnSpc>
                <a:spcPct val="100000"/>
              </a:lnSpc>
              <a:defRPr lang="en-US" sz="1200" baseline="0" dirty="0"/>
            </a:lvl1pPr>
            <a:lvl2pPr lvl="1">
              <a:defRPr lang="en-US" sz="1400" dirty="0"/>
            </a:lvl2pPr>
            <a:lvl3pPr lvl="2">
              <a:defRPr lang="en-US" sz="1400" dirty="0"/>
            </a:lvl3pPr>
            <a:lvl4pPr lvl="3">
              <a:defRPr lang="en-US" sz="1400" dirty="0"/>
            </a:lvl4pPr>
            <a:lvl5pPr lvl="4">
              <a:defRPr lang="en-US" sz="14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5" name="Text Placeholder 59">
            <a:extLst>
              <a:ext uri="{E79C60D1-1CD5-4EE3-8BAB-52F503AF530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FB6E32-7529-49CB-AEE8-FE28B1B7A00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932685" y="3390538"/>
            <a:ext cx="1296097" cy="1428750"/>
          </a:xfrm>
        </p:spPr>
        <p:txBody>
          <a:bodyPr vert="horz" lIns="0" tIns="0" rIns="0" bIns="0" rtlCol="0">
            <a:noAutofit/>
          </a:bodyPr>
          <a:lstStyle>
            <a:lvl1pPr lvl="0">
              <a:lnSpc>
                <a:spcPct val="100000"/>
              </a:lnSpc>
              <a:defRPr lang="en-US" sz="1200" baseline="0" dirty="0"/>
            </a:lvl1pPr>
            <a:lvl2pPr lvl="1">
              <a:defRPr lang="en-US" sz="1400" dirty="0"/>
            </a:lvl2pPr>
            <a:lvl3pPr lvl="2">
              <a:defRPr lang="en-US" sz="1400" dirty="0"/>
            </a:lvl3pPr>
            <a:lvl4pPr lvl="3">
              <a:defRPr lang="en-US" sz="1400" dirty="0"/>
            </a:lvl4pPr>
            <a:lvl5pPr lvl="4">
              <a:defRPr lang="en-US" sz="14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6" name="Slide Number Placeholder 5">
            <a:extLst>
              <a:ext uri="{6B3C0C60-5579-48C4-BF9F-EAB1617EE7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EDD11B-402B-417E-92B3-522DDBA8C9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55983" y="4505845"/>
            <a:ext cx="389426" cy="21330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7" name="Date Placeholder 1">
            <a:extLst>
              <a:ext uri="{A9856950-2730-4725-AC69-283135E57F5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565CFC-A200-4A13-83BA-DB27ACC04584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8" name="Footer Placeholder 1">
            <a:extLst>
              <a:ext uri="{38C6EBB7-1C27-4939-87A4-F442A0F4AD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B845EC-0A63-4E36-87B6-D7D1CCEB234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3BAFF5AE-D19D-4CC6-831D-63532B59BC4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4199F1F3-999E-4569-9A2B-3EDF1F30ADF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3AB4ED-7264-42D3-91B0-46098E7FEF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890776" y="904875"/>
            <a:ext cx="3515036" cy="3650456"/>
          </a:xfrm>
        </p:spPr>
        <p:txBody>
          <a:bodyPr vert="horz" lIns="0" tIns="0" rIns="0" bIns="0" rtlCol="0" anchor="ctr">
            <a:noAutofit/>
          </a:bodyPr>
          <a:lstStyle>
            <a:lvl1pPr marL="0" lvl="0" indent="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3" name="Oval 3">
            <a:extLst>
              <a:ext uri="{B3DFF67E-0DCF-4017-A3FB-A1A814C566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D92BAF-BEDB-4CBC-BA4A-54BC09A868AE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Freeform 4">
            <a:extLst>
              <a:ext uri="{94256E6F-AA98-498E-B08F-D23FD53AE1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ECBF445-19E6-46D8-8C5B-FB212511780C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5">
            <a:extLst>
              <a:ext uri="{8FE738DE-B61E-4D03-9120-8606EF0D291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3ACA58-201F-4EEF-968A-D6B8FF98C481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rgbClr val="FD6329"/>
              </a:solidFill>
            </a:endParaRPr>
          </a:p>
        </p:txBody>
      </p:sp>
      <p:sp>
        <p:nvSpPr>
          <p:cNvPr id="6" name="Title Placeholder 1">
            <a:extLst>
              <a:ext uri="{0355229B-707C-4B64-AE39-23F9D1BBD67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C66950-5C14-40F1-9DAE-8CB43F886607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6" y="1943962"/>
            <a:ext cx="3513533" cy="100479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Rounded Rectangle 8">
            <a:extLst>
              <a:ext uri="{74B66C07-FF36-49FC-918C-601A81403F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C73EEF-27A6-431B-AD6A-772D98752FAD}"/>
              </a:ext>
            </a:extLst>
          </p:cNvPr>
          <p:cNvSpPr/>
          <p:nvPr userDrawn="1"/>
        </p:nvSpPr>
        <p:spPr>
          <a:xfrm>
            <a:off x="1114199" y="2999138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Picture Placeholder 3">
            <a:extLst>
              <a:ext uri="{D6698564-C08F-4615-BCC7-5D317F2E8F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E320EBF-82F8-4F11-9F4B-A60CF3B199C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108524" y="1732030"/>
            <a:ext cx="390491" cy="383400"/>
          </a:xfrm>
        </p:spPr>
        <p:txBody>
          <a:bodyPr vert="horz" rtlCol="0">
            <a:normAutofit/>
          </a:bodyPr>
          <a:lstStyle>
            <a:lvl1pPr lvl="0" algn="ctr">
              <a:defRPr lang="en-US" sz="1800" dirty="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" name="Freeform 12">
            <a:extLst>
              <a:ext uri="{5983CD6F-674D-4C44-8376-F0004A96A00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871DB6-8184-426F-8668-8DC4A5DD311E}"/>
              </a:ext>
            </a:extLst>
          </p:cNvPr>
          <p:cNvSpPr/>
          <p:nvPr userDrawn="1"/>
        </p:nvSpPr>
        <p:spPr>
          <a:xfrm rot="16200000">
            <a:off x="-1184904" y="2852342"/>
            <a:ext cx="2887893" cy="518086"/>
          </a:xfrm>
          <a:custGeom>
            <a:avLst/>
            <a:gdLst/>
            <a:ahLst/>
            <a:cxnLst/>
            <a:rect l="0" t="0" r="r" b="b"/>
            <a:pathLst>
              <a:path w="3850525" h="690782">
                <a:moveTo>
                  <a:pt x="1925261" y="690782"/>
                </a:moveTo>
                <a:cubicBezTo>
                  <a:pt x="1218066" y="690782"/>
                  <a:pt x="567359" y="448925"/>
                  <a:pt x="51344" y="43412"/>
                </a:cubicBezTo>
                <a:lnTo>
                  <a:pt x="0" y="0"/>
                </a:lnTo>
                <a:lnTo>
                  <a:pt x="3850525" y="0"/>
                </a:lnTo>
                <a:lnTo>
                  <a:pt x="3799182" y="43412"/>
                </a:lnTo>
                <a:cubicBezTo>
                  <a:pt x="3283166" y="448925"/>
                  <a:pt x="2632458" y="690782"/>
                  <a:pt x="1925261" y="69078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Slide Number Placeholder 5">
            <a:extLst>
              <a:ext uri="{9DCDF87C-A5A7-4162-928A-1622402C1C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F81A43-D5D6-4988-A203-D31C5A9A97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4" y="4522013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1" name="Date Placeholder 1">
            <a:extLst>
              <a:ext uri="{4F5B67C3-D7C4-40E3-A279-761382B5F86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24139A-C56E-493C-A315-A59ED0248B2B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2" name="Footer Placeholder 1">
            <a:extLst>
              <a:ext uri="{D8CA1B97-B62E-4D54-8782-26C566741B0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48CE3C-856F-4AEF-B5E0-15F2B01FB81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CF92BAD1-0F25-43C2-BEDF-3B01C6FD90A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ye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8FD28304-6C59-4F6A-9CF8-38C425F73A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80C497-B90E-4525-B430-5BC09562F37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115615" y="2333625"/>
            <a:ext cx="3462631" cy="2221705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3" name="Oval 3">
            <a:extLst>
              <a:ext uri="{D948D2B7-2017-484E-B8DE-7F4A46611D5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93FFF4-1F40-49F1-BB5B-29CCEA983CC6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Freeform 4">
            <a:extLst>
              <a:ext uri="{418318B8-26CE-44C9-8256-4033ABE29A3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727B68-9DC5-40BE-A1FA-589C0833B05D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5">
            <a:extLst>
              <a:ext uri="{63326CE4-16E4-4DBF-A283-ADB51E7BF08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C3F9DC-FECD-410D-BFF1-B123EC1CE1F1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rgbClr val="FD6329"/>
              </a:solidFill>
            </a:endParaRPr>
          </a:p>
        </p:txBody>
      </p:sp>
      <p:sp>
        <p:nvSpPr>
          <p:cNvPr id="6" name="Title Placeholder 1">
            <a:extLst>
              <a:ext uri="{CD9D7A62-2AF0-4BB8-B812-355A557B7A4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3C12EC-21FF-4A59-AAA2-C2802C95814F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6" y="901303"/>
            <a:ext cx="7290196" cy="64641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Rounded Rectangle 8">
            <a:extLst>
              <a:ext uri="{92B0DFB7-D84F-4F4D-9D22-7ACD7607C27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D50623-0DFE-4986-933E-0DF8003B97EA}"/>
              </a:ext>
            </a:extLst>
          </p:cNvPr>
          <p:cNvSpPr/>
          <p:nvPr userDrawn="1"/>
        </p:nvSpPr>
        <p:spPr>
          <a:xfrm>
            <a:off x="1114199" y="1636200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Picture Placeholder 3">
            <a:extLst>
              <a:ext uri="{08ED722E-1536-4D06-B10C-B2B16A4E608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5E6F6A-08AC-4DD5-ADEE-8D215C931433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108524" y="330992"/>
            <a:ext cx="390491" cy="383400"/>
          </a:xfrm>
        </p:spPr>
        <p:txBody>
          <a:bodyPr vert="horz" rtlCol="0">
            <a:normAutofit/>
          </a:bodyPr>
          <a:lstStyle>
            <a:lvl1pPr lvl="0" algn="ctr">
              <a:defRPr lang="en-US" sz="1800" dirty="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" name="Text Placeholder 2">
            <a:extLst>
              <a:ext uri="{7DB4505C-A777-460A-85A4-44B80F763F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6C599DE-E01B-4FFC-AB0A-49DAF810964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943179" y="2333625"/>
            <a:ext cx="3462631" cy="2221705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0" name="Text Placeholder 4">
            <a:extLst>
              <a:ext uri="{CBCD24EF-D7DC-4953-9470-650C73B5FD6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B3D0CF-1C4F-4250-A392-5C979B0DA444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114198" y="1920477"/>
            <a:ext cx="3464081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8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11" name="Text Placeholder 4">
            <a:extLst>
              <a:ext uri="{392C7FF5-C437-4ECC-8FCA-E0AF2411A0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9BD832-B64A-4DF8-85ED-34D7F5871F27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4943182" y="1920477"/>
            <a:ext cx="3464081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8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12" name="Slide Number Placeholder 5">
            <a:extLst>
              <a:ext uri="{6F2058E1-BB90-41F9-A5FB-65083F2D14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E9AB8D8-DD4D-47DB-875A-311F26CAC437}"/>
              </a:ext>
            </a:extLst>
          </p:cNvPr>
          <p:cNvSpPr>
            <a:spLocks noGrp="1"/>
          </p:cNvSpPr>
          <p:nvPr>
            <p:ph type="sldNum" sz="quarter" idx="6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3" name="Date Placeholder 1">
            <a:extLst>
              <a:ext uri="{F066C670-F1F3-415C-80C7-55F92FA0D5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EBCCAA6-FB20-484A-857A-8B2853E5188E}"/>
              </a:ext>
            </a:extLst>
          </p:cNvPr>
          <p:cNvSpPr>
            <a:spLocks noGrp="1"/>
          </p:cNvSpPr>
          <p:nvPr>
            <p:ph type="dt" sz="half" idx="7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4" name="Footer Placeholder 1">
            <a:extLst>
              <a:ext uri="{DDF37424-39F1-4019-93B4-74DC4A68B8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F9A0AE-8724-49A3-8055-0AE1C7E93F21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A9A28557-F320-4348-B71D-28C7081B1C4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5">
            <a:extLst>
              <a:ext uri="{01D98B29-0D7A-46F2-BDB1-190FCA3C576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D2176B-7B93-4DDB-864C-4149C057BE40}"/>
              </a:ext>
            </a:extLst>
          </p:cNvPr>
          <p:cNvSpPr>
            <a:spLocks noGrp="1"/>
          </p:cNvSpPr>
          <p:nvPr>
            <p:ph type="pic"/>
          </p:nvPr>
        </p:nvSpPr>
        <p:spPr>
          <a:xfrm>
            <a:off x="1437936" y="-13907"/>
            <a:ext cx="6267788" cy="5157408"/>
          </a:xfrm>
          <a:custGeom>
            <a:avLst/>
            <a:gdLst/>
            <a:ahLst/>
            <a:cxnLst/>
            <a:rect l="0" t="0" r="r" b="b"/>
            <a:pathLst>
              <a:path w="8357052" h="6876545">
                <a:moveTo>
                  <a:pt x="1801061" y="0"/>
                </a:moveTo>
                <a:lnTo>
                  <a:pt x="6550146" y="0"/>
                </a:lnTo>
                <a:lnTo>
                  <a:pt x="6698670" y="101427"/>
                </a:lnTo>
                <a:cubicBezTo>
                  <a:pt x="7599422" y="777748"/>
                  <a:pt x="8215116" y="1807763"/>
                  <a:pt x="8335480" y="2982974"/>
                </a:cubicBezTo>
                <a:lnTo>
                  <a:pt x="8357052" y="3406565"/>
                </a:lnTo>
                <a:lnTo>
                  <a:pt x="8357052" y="3406633"/>
                </a:lnTo>
                <a:lnTo>
                  <a:pt x="8335480" y="3830224"/>
                </a:lnTo>
                <a:cubicBezTo>
                  <a:pt x="8215116" y="5005437"/>
                  <a:pt x="7599422" y="6035452"/>
                  <a:pt x="6698670" y="6711772"/>
                </a:cubicBezTo>
                <a:lnTo>
                  <a:pt x="6457384" y="6876545"/>
                </a:lnTo>
                <a:lnTo>
                  <a:pt x="1896212" y="6876545"/>
                </a:lnTo>
                <a:lnTo>
                  <a:pt x="1842273" y="6842257"/>
                </a:lnTo>
                <a:cubicBezTo>
                  <a:pt x="730777" y="6097684"/>
                  <a:pt x="0" y="4836763"/>
                  <a:pt x="0" y="3406599"/>
                </a:cubicBezTo>
                <a:cubicBezTo>
                  <a:pt x="0" y="2047944"/>
                  <a:pt x="659527" y="842030"/>
                  <a:pt x="1678448" y="86456"/>
                </a:cubicBezTo>
                <a:close/>
              </a:path>
            </a:pathLst>
          </a:custGeom>
          <a:solidFill>
            <a:schemeClr val="tx1">
              <a:alpha val="30000"/>
              <a:lumMod val="20000"/>
              <a:lumOff val="80000"/>
            </a:schemeClr>
          </a:solidFill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" name="Title 1">
            <a:extLst>
              <a:ext uri="{FC4ACDBB-FE54-45F6-986F-533D4CBB1C5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F5C4223-CBBE-4E2A-9F78-0D54BFFB9D8C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942738" y="814968"/>
            <a:ext cx="5276850" cy="1632961"/>
          </a:xfrm>
        </p:spPr>
        <p:txBody>
          <a:bodyPr vert="horz" lIns="0" tIns="0" rIns="0" bIns="0" rtlCol="0" anchor="b">
            <a:noAutofit/>
          </a:bodyPr>
          <a:lstStyle>
            <a:lvl1pPr lvl="0" algn="ctr">
              <a:lnSpc>
                <a:spcPct val="100000"/>
              </a:lnSpc>
              <a:defRPr lang="en-US" sz="4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reeform 2">
            <a:extLst>
              <a:ext uri="{8BE5B541-A261-4FA7-86AC-E6831524C67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108554C-C235-4105-94DC-0FC538234A3B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3">
            <a:extLst>
              <a:ext uri="{B6480D2C-2772-4B44-B2B3-936C020D37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613D83-8ABB-48D1-9F87-2E07816FF19A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6" name="Oval 5">
            <a:extLst>
              <a:ext uri="{61427DE6-9165-4B33-B7F0-69DFDDF263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EA00F7A-F92F-4445-BE15-8DA7694FF5A9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2">
            <a:extLst>
              <a:ext uri="{DD56A20F-BC2F-427A-BFEB-BE52F2A55C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176FBF8-9401-4A44-8B67-AA264440057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42738" y="2666161"/>
            <a:ext cx="5276850" cy="1248855"/>
          </a:xfrm>
        </p:spPr>
        <p:txBody>
          <a:bodyPr vert="horz" lIns="0" tIns="0" rIns="0" bIns="0" rtlCol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8" name="Oval 9">
            <a:extLst>
              <a:ext uri="{95143455-F5D6-44D9-B633-3F42DF6ED1B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95C829A-405B-48E5-9648-AA936ED9F610}"/>
              </a:ext>
            </a:extLst>
          </p:cNvPr>
          <p:cNvSpPr/>
          <p:nvPr userDrawn="1"/>
        </p:nvSpPr>
        <p:spPr>
          <a:xfrm>
            <a:off x="7982032" y="3950755"/>
            <a:ext cx="1032436" cy="103243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9" name="Oval 10">
            <a:extLst>
              <a:ext uri="{06878DF6-43EA-4107-8FE6-2564234A557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BB6458-DBAD-4B17-BF13-D065DB472781}"/>
              </a:ext>
            </a:extLst>
          </p:cNvPr>
          <p:cNvSpPr/>
          <p:nvPr userDrawn="1"/>
        </p:nvSpPr>
        <p:spPr>
          <a:xfrm>
            <a:off x="7923545" y="2283264"/>
            <a:ext cx="382900" cy="3829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10" name="Slide Number Placeholder 5">
            <a:extLst>
              <a:ext uri="{A636AE9F-EE53-4532-930D-5BDACE7BA88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37E8EDF-50EA-4CF8-ACE7-020ECF7ADA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1" name="Date Placeholder 1">
            <a:extLst>
              <a:ext uri="{6567F31D-0718-4A2A-B2D2-CDEFA5F96CE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6C8223-1920-4EA8-8320-9B0074E0B98C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2" name="Footer Placeholder 1">
            <a:extLst>
              <a:ext uri="{D9101740-0624-4CEE-8942-60298D25F6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925320-EAF3-4B9A-8D66-CF0539A96FD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523DB49D-4AF9-4E07-910D-BD87688C886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B519DC31-D65D-459B-891F-0C6E000CBF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28D9590-16AF-4C3C-AD89-7399E47DDB04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3">
            <a:extLst>
              <a:ext uri="{43728BBA-811C-4300-925C-6777073841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E06291-B073-4F9B-BE77-B70967FCC2B0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Oval 5">
            <a:extLst>
              <a:ext uri="{9858997E-54B0-4D64-8C33-CF3FCA8A698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7BD3485-510B-4ACD-8450-09A3AB4431BE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Title Placeholder 1">
            <a:extLst>
              <a:ext uri="{141E7BB0-5E00-4122-921E-1399318223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0659DD-7F99-4EF8-8025-08D78EC3AD2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6" y="330993"/>
            <a:ext cx="3077579" cy="6156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Rounded Rectangle 8">
            <a:extLst>
              <a:ext uri="{A17DAA8E-A276-4FAC-A4BD-3AF59E15A08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56676D-761A-4B47-9E95-E986FFF28ECF}"/>
              </a:ext>
            </a:extLst>
          </p:cNvPr>
          <p:cNvSpPr/>
          <p:nvPr userDrawn="1"/>
        </p:nvSpPr>
        <p:spPr>
          <a:xfrm>
            <a:off x="1114199" y="942975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Picture Placeholder 22">
            <a:extLst>
              <a:ext uri="{3AA565F6-C765-4572-A749-9ACE934F31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C825CB-04FF-4445-8FEB-15F3C24C445C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4299746" y="-13907"/>
            <a:ext cx="2707341" cy="2489030"/>
          </a:xfrm>
          <a:custGeom>
            <a:avLst/>
            <a:gdLst/>
            <a:ahLst/>
            <a:cxnLst/>
            <a:rect l="0" t="0" r="r" b="b"/>
            <a:pathLst>
              <a:path w="3609789" h="3318707">
                <a:moveTo>
                  <a:pt x="870509" y="0"/>
                </a:moveTo>
                <a:lnTo>
                  <a:pt x="2741784" y="0"/>
                </a:lnTo>
                <a:lnTo>
                  <a:pt x="2759331" y="9794"/>
                </a:lnTo>
                <a:cubicBezTo>
                  <a:pt x="3220793" y="295429"/>
                  <a:pt x="3542704" y="782031"/>
                  <a:pt x="3600471" y="1346061"/>
                </a:cubicBezTo>
                <a:lnTo>
                  <a:pt x="3609789" y="1529029"/>
                </a:lnTo>
                <a:lnTo>
                  <a:pt x="3609789" y="1529059"/>
                </a:lnTo>
                <a:lnTo>
                  <a:pt x="3600471" y="1712027"/>
                </a:lnTo>
                <a:cubicBezTo>
                  <a:pt x="3508043" y="2614476"/>
                  <a:pt x="2739410" y="3318707"/>
                  <a:pt x="1804895" y="3318707"/>
                </a:cubicBezTo>
                <a:cubicBezTo>
                  <a:pt x="808079" y="3318707"/>
                  <a:pt x="0" y="2517448"/>
                  <a:pt x="0" y="1529044"/>
                </a:cubicBezTo>
                <a:cubicBezTo>
                  <a:pt x="0" y="911292"/>
                  <a:pt x="315656" y="366643"/>
                  <a:pt x="795761" y="45027"/>
                </a:cubicBezTo>
                <a:close/>
              </a:path>
            </a:pathLst>
          </a:custGeom>
          <a:noFill/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8" name="Picture Placeholder 11">
            <a:extLst>
              <a:ext uri="{997B7DE3-E8A9-4C2C-AE80-02B4AAA46F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7EA6964-43CC-49DA-A621-BEA4DAEFA81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243498" y="2574374"/>
            <a:ext cx="2299837" cy="2280429"/>
          </a:xfrm>
          <a:custGeom>
            <a:avLst/>
            <a:gdLst/>
            <a:ahLst/>
            <a:cxnLst/>
            <a:rect l="0" t="0" r="r" b="b"/>
            <a:pathLst>
              <a:path w="3066450" h="3040572">
                <a:moveTo>
                  <a:pt x="1533225" y="0"/>
                </a:moveTo>
                <a:cubicBezTo>
                  <a:pt x="2327079" y="0"/>
                  <a:pt x="2980019" y="598232"/>
                  <a:pt x="3058535" y="1364846"/>
                </a:cubicBezTo>
                <a:lnTo>
                  <a:pt x="3066450" y="1520274"/>
                </a:lnTo>
                <a:lnTo>
                  <a:pt x="3066450" y="1520298"/>
                </a:lnTo>
                <a:lnTo>
                  <a:pt x="3058535" y="1675727"/>
                </a:lnTo>
                <a:cubicBezTo>
                  <a:pt x="2980019" y="2442340"/>
                  <a:pt x="2327079" y="3040572"/>
                  <a:pt x="1533225" y="3040572"/>
                </a:cubicBezTo>
                <a:cubicBezTo>
                  <a:pt x="686448" y="3040572"/>
                  <a:pt x="0" y="2359917"/>
                  <a:pt x="0" y="1520286"/>
                </a:cubicBezTo>
                <a:cubicBezTo>
                  <a:pt x="0" y="680655"/>
                  <a:pt x="686448" y="0"/>
                  <a:pt x="1533225" y="0"/>
                </a:cubicBezTo>
                <a:close/>
              </a:path>
            </a:pathLst>
          </a:custGeom>
          <a:noFill/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9" name="Picture Placeholder 19">
            <a:extLst>
              <a:ext uri="{A3A0E92B-5245-4959-B85F-A2F6302BAA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32C2DB8-A176-4115-8ACD-276930E28CD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653276" y="2375452"/>
            <a:ext cx="2500043" cy="2768047"/>
          </a:xfrm>
          <a:custGeom>
            <a:avLst/>
            <a:gdLst/>
            <a:ahLst/>
            <a:cxnLst/>
            <a:rect l="0" t="0" r="r" b="b"/>
            <a:pathLst>
              <a:path w="3333391" h="3690730">
                <a:moveTo>
                  <a:pt x="1975077" y="0"/>
                </a:moveTo>
                <a:cubicBezTo>
                  <a:pt x="2486392" y="0"/>
                  <a:pt x="2952326" y="192659"/>
                  <a:pt x="3303075" y="508759"/>
                </a:cubicBezTo>
                <a:lnTo>
                  <a:pt x="3333391" y="538641"/>
                </a:lnTo>
                <a:lnTo>
                  <a:pt x="3333391" y="3377392"/>
                </a:lnTo>
                <a:lnTo>
                  <a:pt x="3201447" y="3493652"/>
                </a:lnTo>
                <a:cubicBezTo>
                  <a:pt x="3143364" y="3539331"/>
                  <a:pt x="3082629" y="3581838"/>
                  <a:pt x="3019507" y="3620909"/>
                </a:cubicBezTo>
                <a:lnTo>
                  <a:pt x="2894414" y="3690730"/>
                </a:lnTo>
                <a:lnTo>
                  <a:pt x="1055160" y="3690730"/>
                </a:lnTo>
                <a:lnTo>
                  <a:pt x="1033638" y="3680450"/>
                </a:lnTo>
                <a:cubicBezTo>
                  <a:pt x="417957" y="3348814"/>
                  <a:pt x="0" y="2702010"/>
                  <a:pt x="0" y="1958410"/>
                </a:cubicBezTo>
                <a:cubicBezTo>
                  <a:pt x="0" y="876810"/>
                  <a:pt x="884272" y="0"/>
                  <a:pt x="1975077" y="0"/>
                </a:cubicBezTo>
                <a:close/>
              </a:path>
            </a:pathLst>
          </a:custGeom>
          <a:noFill/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0" name="Picture Placeholder 13">
            <a:extLst>
              <a:ext uri="{C3B90EA1-693D-470C-941D-C19D9C86547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474FD13-5855-4969-B92D-F2B7AF4DABD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7113637" y="630101"/>
            <a:ext cx="1651571" cy="1637633"/>
          </a:xfrm>
          <a:custGeom>
            <a:avLst/>
            <a:gdLst/>
            <a:ahLst/>
            <a:cxnLst/>
            <a:rect l="0" t="0" r="r" b="b"/>
            <a:pathLst>
              <a:path w="2202095" h="2183511">
                <a:moveTo>
                  <a:pt x="1101048" y="0"/>
                </a:moveTo>
                <a:cubicBezTo>
                  <a:pt x="1671134" y="0"/>
                  <a:pt x="2140026" y="429605"/>
                  <a:pt x="2196411" y="980130"/>
                </a:cubicBezTo>
                <a:lnTo>
                  <a:pt x="2202095" y="1091746"/>
                </a:lnTo>
                <a:lnTo>
                  <a:pt x="2202095" y="1091764"/>
                </a:lnTo>
                <a:lnTo>
                  <a:pt x="2196411" y="1203381"/>
                </a:lnTo>
                <a:cubicBezTo>
                  <a:pt x="2140026" y="1753906"/>
                  <a:pt x="1671134" y="2183511"/>
                  <a:pt x="1101048" y="2183511"/>
                </a:cubicBezTo>
                <a:cubicBezTo>
                  <a:pt x="492956" y="2183511"/>
                  <a:pt x="0" y="1694716"/>
                  <a:pt x="0" y="1091755"/>
                </a:cubicBezTo>
                <a:cubicBezTo>
                  <a:pt x="0" y="488795"/>
                  <a:pt x="492956" y="0"/>
                  <a:pt x="1101048" y="0"/>
                </a:cubicBezTo>
                <a:close/>
              </a:path>
            </a:pathLst>
          </a:custGeom>
          <a:noFill/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1" name="Picture Placeholder 20">
            <a:extLst>
              <a:ext uri="{5E31481E-DCFF-4BF1-9961-F2A7146BFA8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FD3922C-9212-45A4-8169-E545D03715C6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1115616" y="2607115"/>
            <a:ext cx="3019062" cy="2536384"/>
          </a:xfrm>
          <a:custGeom>
            <a:avLst/>
            <a:gdLst/>
            <a:ahLst/>
            <a:cxnLst/>
            <a:rect l="0" t="0" r="r" b="b"/>
            <a:pathLst>
              <a:path w="4025416" h="3381846">
                <a:moveTo>
                  <a:pt x="2012709" y="0"/>
                </a:moveTo>
                <a:cubicBezTo>
                  <a:pt x="3054823" y="0"/>
                  <a:pt x="3911955" y="785316"/>
                  <a:pt x="4015025" y="1791672"/>
                </a:cubicBezTo>
                <a:lnTo>
                  <a:pt x="4025416" y="1995707"/>
                </a:lnTo>
                <a:lnTo>
                  <a:pt x="4025416" y="1995740"/>
                </a:lnTo>
                <a:lnTo>
                  <a:pt x="4015025" y="2199774"/>
                </a:lnTo>
                <a:cubicBezTo>
                  <a:pt x="3969932" y="2640055"/>
                  <a:pt x="3780507" y="3038027"/>
                  <a:pt x="3494404" y="3346439"/>
                </a:cubicBezTo>
                <a:lnTo>
                  <a:pt x="3458482" y="3381846"/>
                </a:lnTo>
                <a:lnTo>
                  <a:pt x="566533" y="3381846"/>
                </a:lnTo>
                <a:lnTo>
                  <a:pt x="459605" y="3265189"/>
                </a:lnTo>
                <a:cubicBezTo>
                  <a:pt x="172480" y="2920210"/>
                  <a:pt x="0" y="2477939"/>
                  <a:pt x="0" y="1995723"/>
                </a:cubicBezTo>
                <a:cubicBezTo>
                  <a:pt x="0" y="893516"/>
                  <a:pt x="901120" y="0"/>
                  <a:pt x="2012709" y="0"/>
                </a:cubicBezTo>
                <a:close/>
              </a:path>
            </a:pathLst>
          </a:custGeom>
          <a:noFill/>
        </p:spPr>
        <p:txBody>
          <a:bodyPr vert="horz" wrap="square" lIns="359999" tIns="179999" rIns="359999" bIns="179999" rtlCol="0" anchor="ctr">
            <a:no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2" name="Text Placeholder 8">
            <a:extLst>
              <a:ext uri="{DA0AE28F-A48C-4FD6-920E-CFA7342AEB5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CEF11A-19C1-4EA1-B3FC-09025E2A3C3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114425" y="1193006"/>
            <a:ext cx="3078770" cy="1331118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Slide Number Placeholder 5">
            <a:extLst>
              <a:ext uri="{110A80D3-E583-4FF7-9EDE-33895D3971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285DF6-37A9-46D9-A8EC-936D989090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55984" y="4522013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4" name="Date Placeholder 1">
            <a:extLst>
              <a:ext uri="{1FD8D0EF-D1F1-44AD-8EEC-F28BD9EA76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EFE545-B625-4A34-ABDA-1F516C14CBE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5" name="Footer Placeholder 1">
            <a:extLst>
              <a:ext uri="{7A6A532E-5D73-4922-9E42-FF99F07D94A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B790BC3-1918-4F45-B5C7-C9586E994F4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BCA919D8-6706-4B3D-BABD-3A1679B45F6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65B58497-96D1-4D56-B8EB-F1AC57DBA98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D53091E-2B10-4E40-A5A1-87C5F00096C5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3">
            <a:extLst>
              <a:ext uri="{A4BC0E70-B2F8-4F73-941D-D8150D404F8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0779B14-CF8C-4E1B-9969-07396F2509A1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Oval 5">
            <a:extLst>
              <a:ext uri="{7130144D-A8A0-4AEA-8B48-05DE3638E97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F60B68-0E77-4E4D-97F8-F1EA298B3EA0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Title Placeholder 1">
            <a:extLst>
              <a:ext uri="{787FC7D6-A11B-42F0-B812-518A7D0BACB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A757CF3-130C-4534-B91F-A1D20B40FFB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6" y="330993"/>
            <a:ext cx="3286818" cy="6156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Rounded Rectangle 7">
            <a:extLst>
              <a:ext uri="{303796F6-20A4-41CC-855D-BF5C129A707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77E9A67-B997-4925-97ED-99CB3A0AE55E}"/>
              </a:ext>
            </a:extLst>
          </p:cNvPr>
          <p:cNvSpPr/>
          <p:nvPr userDrawn="1"/>
        </p:nvSpPr>
        <p:spPr>
          <a:xfrm>
            <a:off x="1114199" y="9493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Picture Placeholder 12">
            <a:extLst>
              <a:ext uri="{221128A1-BDA1-4151-B593-B74DDE9727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8EA45E-9198-4741-B5EF-D5DF91D47B2B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868456" y="0"/>
            <a:ext cx="2275543" cy="3169844"/>
          </a:xfrm>
          <a:noFill/>
        </p:spPr>
        <p:txBody>
          <a:bodyPr vert="horz" lIns="359999" tIns="179999" rIns="359999" bIns="179999" rtlCol="0">
            <a:norm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8" name="Picture Placeholder 12">
            <a:extLst>
              <a:ext uri="{5DC9D44E-9034-48C9-9391-60A641C2A40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6DB0AE-ADC3-4060-B3E5-D363AB2DB21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572000" y="0"/>
            <a:ext cx="2256182" cy="1645920"/>
          </a:xfrm>
          <a:noFill/>
        </p:spPr>
        <p:txBody>
          <a:bodyPr vert="horz" lIns="359999" tIns="179999" rIns="359999" bIns="179999" rtlCol="0">
            <a:norm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9" name="Picture Placeholder 12">
            <a:extLst>
              <a:ext uri="{550F2EDC-5EB1-4CEF-A540-2F2B57841F7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D9FCBE-F8EA-4807-BA7E-CD0726CBBF6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0" y="3204218"/>
            <a:ext cx="4572000" cy="1943217"/>
          </a:xfrm>
          <a:noFill/>
        </p:spPr>
        <p:txBody>
          <a:bodyPr vert="horz" lIns="359999" tIns="179999" rIns="359999" bIns="179999" rtlCol="0">
            <a:norm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0" name="Picture Placeholder 12">
            <a:extLst>
              <a:ext uri="{265C127B-5729-4F7F-AC55-854DEB48130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CE2B16-25DA-4841-9903-A3FEB913C5CB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255665" y="2633870"/>
            <a:ext cx="2275543" cy="2513566"/>
          </a:xfrm>
          <a:noFill/>
        </p:spPr>
        <p:txBody>
          <a:bodyPr vert="horz" lIns="359999" tIns="179999" rIns="359999" bIns="179999" rtlCol="0">
            <a:norm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1" name="Picture Placeholder 12">
            <a:extLst>
              <a:ext uri="{78C56C0B-4F55-4B1A-A8D6-02B15831C68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94E7455-EBB6-47A3-89D8-4A9DB1B27FAD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572000" y="1666875"/>
            <a:ext cx="2257425" cy="1495425"/>
          </a:xfrm>
          <a:noFill/>
        </p:spPr>
        <p:txBody>
          <a:bodyPr vert="horz" lIns="359999" tIns="179999" rIns="359999" bIns="179999" rtlCol="0">
            <a:normAutofit/>
          </a:bodyPr>
          <a:lstStyle>
            <a:lvl1pPr marL="0" lvl="0" indent="0" algn="ctr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2" name="Picture Placeholder 12">
            <a:extLst>
              <a:ext uri="{DA89D820-CFA5-4D79-AAD9-8427A0D3113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EE4720-575E-4901-901C-DE7E63EDF772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0" y="2628900"/>
            <a:ext cx="2219325" cy="1790700"/>
          </a:xfrm>
          <a:noFill/>
        </p:spPr>
        <p:txBody>
          <a:bodyPr vert="horz" lIns="359999" tIns="179999" rIns="359999" bIns="179999" rtlCol="0">
            <a:norm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3" name="Text Placeholder 8">
            <a:extLst>
              <a:ext uri="{F555FBB3-5725-415D-AA07-F2990D48339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C4200C-D006-4DED-A89A-F627091FBD3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114425" y="1193006"/>
            <a:ext cx="3288506" cy="1331118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4" name="Slide Number Placeholder 5">
            <a:extLst>
              <a:ext uri="{C90E52FC-B335-42E5-95AF-C7D1305758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80F9F6A-E10A-43C7-A83B-79FACFC06DA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5" name="Date Placeholder 1">
            <a:extLst>
              <a:ext uri="{61927FD9-0200-4A63-9F33-A480CFB4A6E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56C2E2-0C6A-49B8-90CC-23CD65D1F3AE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16" name="Footer Placeholder 1">
            <a:extLst>
              <a:ext uri="{E3671708-1708-4188-9AED-E0571440712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8455352-D00C-4193-9BD3-C4A72CEE340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56C20CC5-5D3C-421F-8908-75B19505AB5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3">
            <a:extLst>
              <a:ext uri="{F5560492-9B26-4403-922C-22C2AD4B40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D2AC12-1521-46A4-B9F6-E4279FD3F444}"/>
              </a:ext>
            </a:extLst>
          </p:cNvPr>
          <p:cNvSpPr/>
          <p:nvPr userDrawn="1"/>
        </p:nvSpPr>
        <p:spPr>
          <a:xfrm>
            <a:off x="0" y="1828085"/>
            <a:ext cx="8437418" cy="1083012"/>
          </a:xfrm>
          <a:custGeom>
            <a:avLst/>
            <a:gdLst/>
            <a:ahLst/>
            <a:cxnLst/>
            <a:rect l="0" t="0" r="r" b="b"/>
            <a:pathLst>
              <a:path w="11249890" h="1444016">
                <a:moveTo>
                  <a:pt x="0" y="808362"/>
                </a:moveTo>
                <a:cubicBezTo>
                  <a:pt x="700133" y="458295"/>
                  <a:pt x="1400267" y="108228"/>
                  <a:pt x="2593419" y="214037"/>
                </a:cubicBezTo>
                <a:cubicBezTo>
                  <a:pt x="3786572" y="319845"/>
                  <a:pt x="5716174" y="1478882"/>
                  <a:pt x="7158919" y="1443209"/>
                </a:cubicBezTo>
                <a:cubicBezTo>
                  <a:pt x="8601663" y="1407537"/>
                  <a:pt x="9972898" y="1117000"/>
                  <a:pt x="11249891" y="0"/>
                </a:cubicBezTo>
              </a:path>
            </a:pathLst>
          </a:custGeom>
          <a:noFill/>
          <a:ln w="28575">
            <a:solidFill>
              <a:schemeClr val="tx2"/>
            </a:solidFill>
            <a:tailEnd type="arrow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7A82D632-CFB8-45ED-AE44-73705CDECF4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2E516A5-7B26-4CFC-BD87-87638A80AF90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Oval 9">
            <a:extLst>
              <a:ext uri="{789E5FF7-F447-4C53-8666-6DBB4CA53C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AF6BA3-B12F-4FEF-A905-ECD19BB36D9B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Title Placeholder 1">
            <a:extLst>
              <a:ext uri="{054A7BFF-E3E8-4D6B-9A6C-18EE10A01EB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1BD397C-99B7-4493-BB52-E78748B6BDB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6" y="330992"/>
            <a:ext cx="7290196" cy="6156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Text Placeholder 4">
            <a:extLst>
              <a:ext uri="{83289D93-2BA9-41A5-93FD-8C013E91F1B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25CB84E-3F5C-45F2-8E2C-18412215428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417028" y="2706274"/>
            <a:ext cx="1026327" cy="1224077"/>
          </a:xfrm>
        </p:spPr>
        <p:txBody>
          <a:bodyPr vert="horz" lIns="0" tIns="0" rIns="0" bIns="0" rtlCol="0" anchor="t">
            <a:noAutofit/>
          </a:bodyPr>
          <a:lstStyle>
            <a:lvl1pPr marL="142875" lvl="0" indent="-152400" algn="l">
              <a:lnSpc>
                <a:spcPct val="125000"/>
              </a:lnSpc>
              <a:buFont typeface="Arial"/>
              <a:buChar char="•"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sp>
        <p:nvSpPr>
          <p:cNvPr id="7" name="Freeform 30">
            <a:extLst>
              <a:ext uri="{636A64CC-F3E9-48D0-BCDD-76F388EC51A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8F8D1DB-7B8B-4586-844A-157697090203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31">
            <a:extLst>
              <a:ext uri="{E484C218-43C2-456D-88F7-A93D988D858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33E27FA-C812-448E-9AEE-FD605A886595}"/>
              </a:ext>
            </a:extLst>
          </p:cNvPr>
          <p:cNvSpPr/>
          <p:nvPr userDrawn="1"/>
        </p:nvSpPr>
        <p:spPr>
          <a:xfrm>
            <a:off x="1114199" y="9493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9" name="Freeform 32">
            <a:extLst>
              <a:ext uri="{F0E4D60D-1890-445B-9463-E66691BFC42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E0F7DC9-FA59-47B0-9664-8C8761BEDF4C}"/>
              </a:ext>
            </a:extLst>
          </p:cNvPr>
          <p:cNvSpPr>
            <a:spLocks noChangeAspect="1"/>
          </p:cNvSpPr>
          <p:nvPr userDrawn="1"/>
        </p:nvSpPr>
        <p:spPr>
          <a:xfrm>
            <a:off x="1114199" y="4625413"/>
            <a:ext cx="2126500" cy="518087"/>
          </a:xfrm>
          <a:custGeom>
            <a:avLst/>
            <a:gdLst/>
            <a:ahLst/>
            <a:cxnLst/>
            <a:rect l="0" t="0" r="r" b="b"/>
            <a:pathLst>
              <a:path w="2835334" h="690783">
                <a:moveTo>
                  <a:pt x="1417667" y="0"/>
                </a:moveTo>
                <a:cubicBezTo>
                  <a:pt x="1978078" y="0"/>
                  <a:pt x="2478803" y="255546"/>
                  <a:pt x="2809672" y="656466"/>
                </a:cubicBezTo>
                <a:lnTo>
                  <a:pt x="2835334" y="690783"/>
                </a:lnTo>
                <a:lnTo>
                  <a:pt x="0" y="690783"/>
                </a:lnTo>
                <a:lnTo>
                  <a:pt x="25663" y="656466"/>
                </a:lnTo>
                <a:cubicBezTo>
                  <a:pt x="356531" y="255546"/>
                  <a:pt x="857256" y="0"/>
                  <a:pt x="141766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GB" sz="3200" b="0" i="0" dirty="0">
              <a:latin typeface="Dosis"/>
            </a:endParaRPr>
          </a:p>
        </p:txBody>
      </p:sp>
      <p:cxnSp>
        <p:nvCxnSpPr>
          <p:cNvPr id="10" name="Straight Connector 41">
            <a:extLst>
              <a:ext uri="{00F090F6-C697-4366-B389-BFD79F5F783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4012708-0C67-4D70-A7CC-2ACB141A67DD}"/>
              </a:ext>
            </a:extLst>
          </p:cNvPr>
          <p:cNvCxnSpPr/>
          <p:nvPr/>
        </p:nvCxnSpPr>
        <p:spPr>
          <a:xfrm flipH="1" flipV="1">
            <a:off x="1444292" y="2270631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4">
            <a:extLst>
              <a:ext uri="{2BC5C89A-8A73-4300-A25B-4C3242A1885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B4E47AC-30E6-4BD0-96AF-802EEF84E11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917517" y="2975895"/>
            <a:ext cx="1026327" cy="1224077"/>
          </a:xfrm>
        </p:spPr>
        <p:txBody>
          <a:bodyPr vert="horz" lIns="0" tIns="0" rIns="0" bIns="0" rtlCol="0" anchor="t">
            <a:noAutofit/>
          </a:bodyPr>
          <a:lstStyle>
            <a:lvl1pPr marL="142875" lvl="0" indent="-152400" algn="l">
              <a:lnSpc>
                <a:spcPct val="125000"/>
              </a:lnSpc>
              <a:buFont typeface="Arial"/>
              <a:buChar char="•"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cxnSp>
        <p:nvCxnSpPr>
          <p:cNvPr id="12" name="Straight Connector 48">
            <a:extLst>
              <a:ext uri="{C98A5087-2A6B-44E7-9244-680FD9F459C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0E4006-DFB2-4B2E-AF20-BF67BCBB306C}"/>
              </a:ext>
            </a:extLst>
          </p:cNvPr>
          <p:cNvCxnSpPr/>
          <p:nvPr/>
        </p:nvCxnSpPr>
        <p:spPr>
          <a:xfrm flipH="1" flipV="1">
            <a:off x="2940017" y="2540256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>
            <a:extLst>
              <a:ext uri="{26D3B151-B595-4EB8-85AA-2EA752A85F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E7D8BF-F533-43F3-82FB-FE65686B197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0085" y="3463937"/>
            <a:ext cx="1026327" cy="1224077"/>
          </a:xfrm>
        </p:spPr>
        <p:txBody>
          <a:bodyPr vert="horz" lIns="0" tIns="0" rIns="0" bIns="0" rtlCol="0" anchor="t">
            <a:noAutofit/>
          </a:bodyPr>
          <a:lstStyle>
            <a:lvl1pPr marL="142875" lvl="0" indent="-152400" algn="l">
              <a:lnSpc>
                <a:spcPct val="125000"/>
              </a:lnSpc>
              <a:buFont typeface="Arial"/>
              <a:buChar char="•"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cxnSp>
        <p:nvCxnSpPr>
          <p:cNvPr id="14" name="Straight Connector 51">
            <a:extLst>
              <a:ext uri="{698D0853-C632-4695-AA65-74E92FB800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E407A41-48FB-4363-9067-0F0F06EE5A65}"/>
              </a:ext>
            </a:extLst>
          </p:cNvPr>
          <p:cNvCxnSpPr/>
          <p:nvPr/>
        </p:nvCxnSpPr>
        <p:spPr>
          <a:xfrm flipH="1" flipV="1">
            <a:off x="4442590" y="3037459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3368C634-6FD7-430A-BEA5-5D7CBD05F47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E54619-24BE-44CE-8C3D-449E1F09175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922664" y="3573018"/>
            <a:ext cx="1026327" cy="1224077"/>
          </a:xfrm>
        </p:spPr>
        <p:txBody>
          <a:bodyPr vert="horz" lIns="0" tIns="0" rIns="0" bIns="0" rtlCol="0" anchor="t">
            <a:noAutofit/>
          </a:bodyPr>
          <a:lstStyle>
            <a:lvl1pPr marL="142875" lvl="0" indent="-152400" algn="l">
              <a:lnSpc>
                <a:spcPct val="125000"/>
              </a:lnSpc>
              <a:buFont typeface="Arial"/>
              <a:buChar char="•"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cxnSp>
        <p:nvCxnSpPr>
          <p:cNvPr id="16" name="Straight Connector 54">
            <a:extLst>
              <a:ext uri="{AE058409-646D-4743-84FC-C4A39351FBC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19FD57-2F76-476A-A0AB-74AA8B20FE39}"/>
              </a:ext>
            </a:extLst>
          </p:cNvPr>
          <p:cNvCxnSpPr/>
          <p:nvPr/>
        </p:nvCxnSpPr>
        <p:spPr>
          <a:xfrm flipH="1" flipV="1">
            <a:off x="5945161" y="3146540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4">
            <a:extLst>
              <a:ext uri="{4D1696F6-378A-4EA9-85E1-A9BD9DE8EA2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425D02-BDCE-401B-A2F4-4CC9598D1EF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376332" y="3188779"/>
            <a:ext cx="1026327" cy="1224077"/>
          </a:xfrm>
        </p:spPr>
        <p:txBody>
          <a:bodyPr vert="horz" lIns="0" tIns="0" rIns="0" bIns="0" rtlCol="0" anchor="t">
            <a:noAutofit/>
          </a:bodyPr>
          <a:lstStyle>
            <a:lvl1pPr marL="142875" lvl="0" indent="-152400" algn="l">
              <a:lnSpc>
                <a:spcPct val="125000"/>
              </a:lnSpc>
              <a:buFont typeface="Arial"/>
              <a:buChar char="•"/>
              <a:defRPr lang="en-US" sz="1200" dirty="0"/>
            </a:lvl1pPr>
          </a:lstStyle>
          <a:p>
            <a:pPr lvl="0"/>
            <a:r>
              <a:rPr lang="en-US" dirty="0"/>
              <a:t>Brief description</a:t>
            </a:r>
          </a:p>
        </p:txBody>
      </p:sp>
      <p:cxnSp>
        <p:nvCxnSpPr>
          <p:cNvPr id="18" name="Straight Connector 57">
            <a:extLst>
              <a:ext uri="{01E02DA1-B60C-4FE3-AC59-1696D691B52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B7DF667-F8B1-42FE-A8CE-709F303F0347}"/>
              </a:ext>
            </a:extLst>
          </p:cNvPr>
          <p:cNvCxnSpPr/>
          <p:nvPr/>
        </p:nvCxnSpPr>
        <p:spPr>
          <a:xfrm flipH="1" flipV="1">
            <a:off x="7401657" y="2761864"/>
            <a:ext cx="0" cy="480747"/>
          </a:xfrm>
          <a:prstGeom prst="line">
            <a:avLst/>
          </a:prstGeom>
          <a:ln w="25400">
            <a:solidFill>
              <a:srgbClr val="EBB81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2DCE4356-4BF3-4801-841C-4CB5CB4D24F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BD4755-31EC-490A-8936-58762BBE515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114425" y="1193006"/>
            <a:ext cx="7291058" cy="303902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20" name="Text Placeholder 60">
            <a:extLst>
              <a:ext uri="{4ADD0689-9537-4508-BF66-EFF831D1F5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99DA05-A755-4598-B492-6103D65589A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114196" y="1651530"/>
            <a:ext cx="660232" cy="660233"/>
          </a:xfrm>
          <a:custGeom>
            <a:avLst/>
            <a:gdLst/>
            <a:ahLst/>
            <a:cxnLst/>
            <a:rect l="0" t="0" r="r" b="b"/>
            <a:pathLst>
              <a:path w="880310" h="880311">
                <a:moveTo>
                  <a:pt x="440155" y="0"/>
                </a:moveTo>
                <a:cubicBezTo>
                  <a:pt x="652860" y="0"/>
                  <a:pt x="830325" y="150877"/>
                  <a:pt x="871369" y="351449"/>
                </a:cubicBezTo>
                <a:lnTo>
                  <a:pt x="880310" y="440149"/>
                </a:lnTo>
                <a:lnTo>
                  <a:pt x="880310" y="440162"/>
                </a:lnTo>
                <a:lnTo>
                  <a:pt x="871369" y="528863"/>
                </a:lnTo>
                <a:cubicBezTo>
                  <a:pt x="830325" y="729434"/>
                  <a:pt x="652860" y="880311"/>
                  <a:pt x="440155" y="880311"/>
                </a:cubicBezTo>
                <a:cubicBezTo>
                  <a:pt x="197064" y="880311"/>
                  <a:pt x="0" y="683247"/>
                  <a:pt x="0" y="440155"/>
                </a:cubicBezTo>
                <a:cubicBezTo>
                  <a:pt x="0" y="197064"/>
                  <a:pt x="197064" y="0"/>
                  <a:pt x="44015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1" name="Text Placeholder 65">
            <a:extLst>
              <a:ext uri="{8CA57127-65CE-4C26-BDE4-B25B1D4C32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E027E9-E769-4F85-A98B-93C87F66746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612517" y="1924059"/>
            <a:ext cx="660232" cy="660233"/>
          </a:xfrm>
          <a:custGeom>
            <a:avLst/>
            <a:gdLst/>
            <a:ahLst/>
            <a:cxnLst/>
            <a:rect l="0" t="0" r="r" b="b"/>
            <a:pathLst>
              <a:path w="880310" h="880311">
                <a:moveTo>
                  <a:pt x="440155" y="0"/>
                </a:moveTo>
                <a:cubicBezTo>
                  <a:pt x="652860" y="0"/>
                  <a:pt x="830325" y="150877"/>
                  <a:pt x="871369" y="351449"/>
                </a:cubicBezTo>
                <a:lnTo>
                  <a:pt x="880310" y="440149"/>
                </a:lnTo>
                <a:lnTo>
                  <a:pt x="880310" y="440162"/>
                </a:lnTo>
                <a:lnTo>
                  <a:pt x="871369" y="528863"/>
                </a:lnTo>
                <a:cubicBezTo>
                  <a:pt x="830325" y="729434"/>
                  <a:pt x="652860" y="880311"/>
                  <a:pt x="440155" y="880311"/>
                </a:cubicBezTo>
                <a:cubicBezTo>
                  <a:pt x="197064" y="880311"/>
                  <a:pt x="0" y="683247"/>
                  <a:pt x="0" y="440155"/>
                </a:cubicBezTo>
                <a:cubicBezTo>
                  <a:pt x="0" y="197064"/>
                  <a:pt x="197064" y="0"/>
                  <a:pt x="44015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 dirty="0"/>
              <a:t>Date</a:t>
            </a:r>
          </a:p>
        </p:txBody>
      </p:sp>
      <p:sp>
        <p:nvSpPr>
          <p:cNvPr id="22" name="Text Placeholder 66">
            <a:extLst>
              <a:ext uri="{DBE8B32B-784E-4B92-8E6A-498DA6256D1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D6D9548-17FA-47E0-B448-860E5B46019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113070" y="2416620"/>
            <a:ext cx="660232" cy="660233"/>
          </a:xfrm>
          <a:custGeom>
            <a:avLst/>
            <a:gdLst/>
            <a:ahLst/>
            <a:cxnLst/>
            <a:rect l="0" t="0" r="r" b="b"/>
            <a:pathLst>
              <a:path w="880310" h="880311">
                <a:moveTo>
                  <a:pt x="440155" y="0"/>
                </a:moveTo>
                <a:cubicBezTo>
                  <a:pt x="652860" y="0"/>
                  <a:pt x="830325" y="150877"/>
                  <a:pt x="871369" y="351449"/>
                </a:cubicBezTo>
                <a:lnTo>
                  <a:pt x="880310" y="440149"/>
                </a:lnTo>
                <a:lnTo>
                  <a:pt x="880310" y="440162"/>
                </a:lnTo>
                <a:lnTo>
                  <a:pt x="871369" y="528863"/>
                </a:lnTo>
                <a:cubicBezTo>
                  <a:pt x="830325" y="729434"/>
                  <a:pt x="652860" y="880311"/>
                  <a:pt x="440155" y="880311"/>
                </a:cubicBezTo>
                <a:cubicBezTo>
                  <a:pt x="197064" y="880311"/>
                  <a:pt x="0" y="683247"/>
                  <a:pt x="0" y="440155"/>
                </a:cubicBezTo>
                <a:cubicBezTo>
                  <a:pt x="0" y="197064"/>
                  <a:pt x="197064" y="0"/>
                  <a:pt x="44015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Text Placeholder 67">
            <a:extLst>
              <a:ext uri="{60CFF2ED-0B00-489F-B9E7-22635274FAB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4BA4A00-F821-42B0-9C93-89107D134668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615068" y="2530343"/>
            <a:ext cx="660232" cy="660233"/>
          </a:xfrm>
          <a:custGeom>
            <a:avLst/>
            <a:gdLst/>
            <a:ahLst/>
            <a:cxnLst/>
            <a:rect l="0" t="0" r="r" b="b"/>
            <a:pathLst>
              <a:path w="880310" h="880311">
                <a:moveTo>
                  <a:pt x="440155" y="0"/>
                </a:moveTo>
                <a:cubicBezTo>
                  <a:pt x="652860" y="0"/>
                  <a:pt x="830325" y="150877"/>
                  <a:pt x="871369" y="351449"/>
                </a:cubicBezTo>
                <a:lnTo>
                  <a:pt x="880310" y="440149"/>
                </a:lnTo>
                <a:lnTo>
                  <a:pt x="880310" y="440162"/>
                </a:lnTo>
                <a:lnTo>
                  <a:pt x="871369" y="528863"/>
                </a:lnTo>
                <a:cubicBezTo>
                  <a:pt x="830325" y="729434"/>
                  <a:pt x="652860" y="880311"/>
                  <a:pt x="440155" y="880311"/>
                </a:cubicBezTo>
                <a:cubicBezTo>
                  <a:pt x="197064" y="880311"/>
                  <a:pt x="0" y="683247"/>
                  <a:pt x="0" y="440155"/>
                </a:cubicBezTo>
                <a:cubicBezTo>
                  <a:pt x="0" y="197064"/>
                  <a:pt x="197064" y="0"/>
                  <a:pt x="44015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4" name="Text Placeholder 68">
            <a:extLst>
              <a:ext uri="{BB8FC983-2371-4EE1-8FE0-CE382CD185B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F1195B-17D0-473E-B76D-67EE6A290CD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071564" y="2145666"/>
            <a:ext cx="660232" cy="660233"/>
          </a:xfrm>
          <a:custGeom>
            <a:avLst/>
            <a:gdLst/>
            <a:ahLst/>
            <a:cxnLst/>
            <a:rect l="0" t="0" r="r" b="b"/>
            <a:pathLst>
              <a:path w="880310" h="880311">
                <a:moveTo>
                  <a:pt x="440155" y="0"/>
                </a:moveTo>
                <a:cubicBezTo>
                  <a:pt x="652860" y="0"/>
                  <a:pt x="830325" y="150877"/>
                  <a:pt x="871369" y="351449"/>
                </a:cubicBezTo>
                <a:lnTo>
                  <a:pt x="880310" y="440149"/>
                </a:lnTo>
                <a:lnTo>
                  <a:pt x="880310" y="440162"/>
                </a:lnTo>
                <a:lnTo>
                  <a:pt x="871369" y="528863"/>
                </a:lnTo>
                <a:cubicBezTo>
                  <a:pt x="830325" y="729434"/>
                  <a:pt x="652860" y="880311"/>
                  <a:pt x="440155" y="880311"/>
                </a:cubicBezTo>
                <a:cubicBezTo>
                  <a:pt x="197064" y="880311"/>
                  <a:pt x="0" y="683247"/>
                  <a:pt x="0" y="440155"/>
                </a:cubicBezTo>
                <a:cubicBezTo>
                  <a:pt x="0" y="197064"/>
                  <a:pt x="197064" y="0"/>
                  <a:pt x="44015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vert="horz" wrap="square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defRPr lang="en-US" sz="1400" b="1" dirty="0">
                <a:solidFill>
                  <a:schemeClr val="bg1"/>
                </a:solidFill>
                <a:latin typeface="+mn-lt"/>
              </a:defRPr>
            </a:lvl1pPr>
            <a:lvl2pPr lvl="1" algn="ctr">
              <a:defRPr lang="en-US" sz="1800" b="1" dirty="0">
                <a:solidFill>
                  <a:schemeClr val="bg1"/>
                </a:solidFill>
                <a:latin typeface="+mn-lt"/>
              </a:defRPr>
            </a:lvl2pPr>
            <a:lvl3pPr lvl="2" algn="ctr">
              <a:defRPr lang="en-US" sz="1800" b="1" dirty="0">
                <a:solidFill>
                  <a:schemeClr val="bg1"/>
                </a:solidFill>
                <a:latin typeface="+mn-lt"/>
              </a:defRPr>
            </a:lvl3pPr>
            <a:lvl4pPr lvl="3" algn="ctr">
              <a:defRPr lang="en-US" sz="1800" b="1" dirty="0">
                <a:solidFill>
                  <a:schemeClr val="bg1"/>
                </a:solidFill>
                <a:latin typeface="+mn-lt"/>
              </a:defRPr>
            </a:lvl4pPr>
            <a:lvl5pPr lvl="4" algn="ctr">
              <a:defRPr lang="en-US" sz="18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5" name="Slide Number Placeholder 5">
            <a:extLst>
              <a:ext uri="{2C41B393-7E8F-4DB6-B166-4CBED0D8608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F0D8B3-1765-468F-B478-2271641F469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26" name="Date Placeholder 1">
            <a:extLst>
              <a:ext uri="{2F4B4D8E-ADC5-4628-9890-18168380A47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0EBA92-841A-483C-B544-8E3F569E443C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27" name="Footer Placeholder 1">
            <a:extLst>
              <a:ext uri="{E2AEFC73-7113-40DE-B5D0-8FEA09B39E1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6D8964-DA03-42A3-AF9F-7E7EF43E80E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106BD634-D4EF-4161-AE0E-21967C470ED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2">
            <a:extLst>
              <a:ext uri="{E0A72BA8-27DF-4D0F-8045-5B1787AC779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83C1EA5-9700-4BD7-B292-419180ED46EB}"/>
              </a:ext>
            </a:extLst>
          </p:cNvPr>
          <p:cNvSpPr/>
          <p:nvPr userDrawn="1"/>
        </p:nvSpPr>
        <p:spPr>
          <a:xfrm>
            <a:off x="4850624" y="3345424"/>
            <a:ext cx="723391" cy="723391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Oval 3">
            <a:extLst>
              <a:ext uri="{CA994647-CAF9-4B10-AF43-98233AC64AC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A1C2B8-F9D0-46A6-9335-D9EE3D677C3B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Freeform 4">
            <a:extLst>
              <a:ext uri="{FD482952-F0FF-45B1-9E9A-AD9CB5FA30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DAAB80C-4C35-4C1E-AA9A-78D39E1B6C07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5">
            <a:extLst>
              <a:ext uri="{88DC52E7-2609-4F6E-9884-822FF4B9BEE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C8B9C2-E31D-41AD-B01E-B63C5C9CBBA0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rgbClr val="FD6329"/>
              </a:solidFill>
            </a:endParaRPr>
          </a:p>
        </p:txBody>
      </p:sp>
      <p:sp>
        <p:nvSpPr>
          <p:cNvPr id="6" name="Title Placeholder 1">
            <a:extLst>
              <a:ext uri="{5DCA9AED-2DF4-4E0E-95E2-55B46B68EA0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EC3A09-2FA8-44C5-BB78-32134C28809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5" y="901303"/>
            <a:ext cx="2608659" cy="64641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>
              <a:lnSpc>
                <a:spcPct val="100000"/>
              </a:lnSpc>
              <a:defRPr lang="en-US" sz="40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Rounded Rectangle 8">
            <a:extLst>
              <a:ext uri="{6D9282E7-6C5A-4B13-B2EB-1B5D6F1A43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F0C8F1E-2ED5-42A1-917A-7B072F242142}"/>
              </a:ext>
            </a:extLst>
          </p:cNvPr>
          <p:cNvSpPr/>
          <p:nvPr userDrawn="1"/>
        </p:nvSpPr>
        <p:spPr>
          <a:xfrm>
            <a:off x="1114199" y="1598100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Picture Placeholder 3">
            <a:extLst>
              <a:ext uri="{28E72939-ABDD-4FE5-947B-5584926D72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A1884E-A226-407A-860F-C61DFB660E0D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1108524" y="330992"/>
            <a:ext cx="390491" cy="383400"/>
          </a:xfrm>
        </p:spPr>
        <p:txBody>
          <a:bodyPr vert="horz" rtlCol="0">
            <a:normAutofit/>
          </a:bodyPr>
          <a:lstStyle>
            <a:lvl1pPr lvl="0" algn="ctr">
              <a:defRPr lang="en-US" sz="1800" dirty="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" name="Text Placeholder 2">
            <a:extLst>
              <a:ext uri="{9AAC4886-3511-4700-A4D7-0BEAA43528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57E5E5-748D-4E78-8FBB-DEAAEDED3BD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115615" y="2333625"/>
            <a:ext cx="2608660" cy="2221705"/>
          </a:xfrm>
        </p:spPr>
        <p:txBody>
          <a:bodyPr vert="horz" lIns="0" tIns="0" rIns="0" bIns="0" rtlCol="0">
            <a:noAutofit/>
          </a:bodyPr>
          <a:lstStyle>
            <a:lvl1pPr marL="0" lvl="0" indent="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0" name="Text Placeholder 4">
            <a:extLst>
              <a:ext uri="{30E20B7D-20E9-4D79-B5AE-EDEC36F8B10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566556-4AFE-436A-84DB-3E7F0A4642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14199" y="1920477"/>
            <a:ext cx="2609752" cy="295791"/>
          </a:xfrm>
        </p:spPr>
        <p:txBody>
          <a:bodyPr vert="horz" lIns="0" tIns="0" rIns="0" bIns="0" rtlCol="0" anchor="t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8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subheading</a:t>
            </a:r>
          </a:p>
        </p:txBody>
      </p:sp>
      <p:sp>
        <p:nvSpPr>
          <p:cNvPr id="11" name="Text Placeholder 4">
            <a:extLst>
              <a:ext uri="{014D0DEB-2942-4A2E-8C5B-E35DEF18441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A2D5FB9-D9A6-441B-90C7-0D14225AB08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848121" y="1112843"/>
            <a:ext cx="2304825" cy="295791"/>
          </a:xfrm>
        </p:spPr>
        <p:txBody>
          <a:bodyPr vert="horz" lIns="0" tIns="0" rIns="0" bIns="0" rtlCol="0" anchor="ctr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4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2" name="Text Placeholder 4">
            <a:extLst>
              <a:ext uri="{3AEA57E7-9266-41E2-B768-25B44AEBDC3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829BA4-09A7-49F3-AA6D-FB2AFC92CF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848121" y="2333625"/>
            <a:ext cx="2304825" cy="295791"/>
          </a:xfrm>
        </p:spPr>
        <p:txBody>
          <a:bodyPr vert="horz" lIns="0" tIns="0" rIns="0" bIns="0" rtlCol="0" anchor="ctr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4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3" name="Text Placeholder 4">
            <a:extLst>
              <a:ext uri="{F7D8E44A-BDF3-46B6-9FF5-EFF5454097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81B3BB-E327-45A4-AD27-FA1B929C6B0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848121" y="3559225"/>
            <a:ext cx="2304825" cy="295791"/>
          </a:xfrm>
        </p:spPr>
        <p:txBody>
          <a:bodyPr vert="horz" lIns="0" tIns="0" rIns="0" bIns="0" rtlCol="0" anchor="ctr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400" b="1" dirty="0">
                <a:solidFill>
                  <a:srgbClr val="007FD6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4" name="Picture Placeholder 26">
            <a:extLst>
              <a:ext uri="{914CE2C0-0786-41F4-9CAA-27653651F9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5B80FC-F093-48D0-84C6-CD8C04C810F2}"/>
              </a:ext>
            </a:extLst>
          </p:cNvPr>
          <p:cNvSpPr>
            <a:spLocks noGrp="1" noChangeAspect="1"/>
          </p:cNvSpPr>
          <p:nvPr>
            <p:ph type="pic" idx="17"/>
          </p:nvPr>
        </p:nvSpPr>
        <p:spPr>
          <a:xfrm>
            <a:off x="4955143" y="3449945"/>
            <a:ext cx="514349" cy="514350"/>
          </a:xfrm>
          <a:prstGeom prst="rect">
            <a:avLst/>
          </a:prstGeom>
          <a:noFill/>
        </p:spPr>
        <p:txBody>
          <a:bodyPr vert="horz" wrap="square" tIns="108000" rtlCol="0">
            <a:noAutofit/>
          </a:bodyPr>
          <a:lstStyle>
            <a:lvl1pPr lvl="0" algn="ctr">
              <a:defRPr lang="en-US" sz="140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5" name="Oval 28">
            <a:extLst>
              <a:ext uri="{850505BE-FAA2-4A57-B03A-F77471CC981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20394B-3BCF-44C8-962B-B45995CD8350}"/>
              </a:ext>
            </a:extLst>
          </p:cNvPr>
          <p:cNvSpPr/>
          <p:nvPr userDrawn="1"/>
        </p:nvSpPr>
        <p:spPr>
          <a:xfrm>
            <a:off x="7982032" y="3950755"/>
            <a:ext cx="1032436" cy="103243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16" name="Freeform 31">
            <a:extLst>
              <a:ext uri="{8A221420-D8BD-4FAB-9EAC-8D32961F37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14C01A7-69BC-44BD-BFEC-1B1EB5E1B5C3}"/>
              </a:ext>
            </a:extLst>
          </p:cNvPr>
          <p:cNvSpPr/>
          <p:nvPr userDrawn="1"/>
        </p:nvSpPr>
        <p:spPr>
          <a:xfrm>
            <a:off x="4016198" y="4945091"/>
            <a:ext cx="595047" cy="198408"/>
          </a:xfrm>
          <a:custGeom>
            <a:avLst/>
            <a:gdLst/>
            <a:ahLst/>
            <a:cxnLst/>
            <a:rect l="0" t="0" r="r" b="b"/>
            <a:pathLst>
              <a:path w="793396" h="264544">
                <a:moveTo>
                  <a:pt x="396698" y="0"/>
                </a:moveTo>
                <a:cubicBezTo>
                  <a:pt x="574750" y="0"/>
                  <a:pt x="727517" y="108255"/>
                  <a:pt x="792773" y="262536"/>
                </a:cubicBezTo>
                <a:lnTo>
                  <a:pt x="793396" y="264544"/>
                </a:lnTo>
                <a:lnTo>
                  <a:pt x="0" y="264544"/>
                </a:lnTo>
                <a:lnTo>
                  <a:pt x="623" y="262536"/>
                </a:lnTo>
                <a:cubicBezTo>
                  <a:pt x="65879" y="108255"/>
                  <a:pt x="218647" y="0"/>
                  <a:pt x="39669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Oval 33">
            <a:extLst>
              <a:ext uri="{00B4BABC-6151-4630-B30F-F3E9F567A3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B89FDF-25B4-4432-B2BD-6449455F7EFD}"/>
              </a:ext>
            </a:extLst>
          </p:cNvPr>
          <p:cNvSpPr/>
          <p:nvPr userDrawn="1"/>
        </p:nvSpPr>
        <p:spPr>
          <a:xfrm>
            <a:off x="4850624" y="2124274"/>
            <a:ext cx="723391" cy="723391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4">
            <a:extLst>
              <a:ext uri="{EFF2DBA9-078B-4E9E-BA03-BA8F4380B81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FA83CD-170A-4F06-830C-F9C6AB661060}"/>
              </a:ext>
            </a:extLst>
          </p:cNvPr>
          <p:cNvSpPr>
            <a:spLocks noGrp="1" noChangeAspect="1"/>
          </p:cNvSpPr>
          <p:nvPr>
            <p:ph type="pic" idx="18"/>
          </p:nvPr>
        </p:nvSpPr>
        <p:spPr>
          <a:xfrm>
            <a:off x="4955314" y="2220363"/>
            <a:ext cx="514350" cy="514350"/>
          </a:xfrm>
          <a:prstGeom prst="rect">
            <a:avLst/>
          </a:prstGeom>
          <a:noFill/>
        </p:spPr>
        <p:txBody>
          <a:bodyPr vert="horz" wrap="square" tIns="108000" rtlCol="0">
            <a:noAutofit/>
          </a:bodyPr>
          <a:lstStyle>
            <a:lvl1pPr lvl="0" algn="ctr">
              <a:defRPr lang="en-US" sz="140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9" name="Oval 37">
            <a:extLst>
              <a:ext uri="{F5A22812-986E-4FBE-AEFB-CCD7BA2EEF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253558-0337-4E8E-9AAA-6F5624ADC56A}"/>
              </a:ext>
            </a:extLst>
          </p:cNvPr>
          <p:cNvSpPr/>
          <p:nvPr userDrawn="1"/>
        </p:nvSpPr>
        <p:spPr>
          <a:xfrm>
            <a:off x="4850624" y="903124"/>
            <a:ext cx="723391" cy="723391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20" name="Picture Placeholder 38">
            <a:extLst>
              <a:ext uri="{0ABE7146-4D3D-4D67-B323-9BAEFAE5997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D259A3-7CD1-4E96-B726-65A0060C97CC}"/>
              </a:ext>
            </a:extLst>
          </p:cNvPr>
          <p:cNvSpPr>
            <a:spLocks noGrp="1" noChangeAspect="1"/>
          </p:cNvSpPr>
          <p:nvPr>
            <p:ph type="pic" idx="19"/>
          </p:nvPr>
        </p:nvSpPr>
        <p:spPr>
          <a:xfrm>
            <a:off x="4962896" y="999210"/>
            <a:ext cx="514483" cy="513387"/>
          </a:xfrm>
          <a:prstGeom prst="rect">
            <a:avLst/>
          </a:prstGeom>
          <a:noFill/>
          <a:ln>
            <a:noFill/>
          </a:ln>
        </p:spPr>
        <p:txBody>
          <a:bodyPr vert="horz" wrap="square" tIns="108000" rtlCol="0">
            <a:noAutofit/>
          </a:bodyPr>
          <a:lstStyle>
            <a:lvl1pPr lvl="0" algn="ctr">
              <a:defRPr lang="en-US" sz="140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21" name="Slide Number Placeholder 5">
            <a:extLst>
              <a:ext uri="{0A295298-6D9B-4B7A-BF2B-E4996FDCA3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75F5C6-D250-4043-9653-AC013783684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22" name="Date Placeholder 1">
            <a:extLst>
              <a:ext uri="{8D57639F-C58E-4FA0-9316-A2E8C761FC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F9615D-B82B-476D-ADEF-D50858D67768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23" name="Footer Placeholder 1">
            <a:extLst>
              <a:ext uri="{EC892DEB-03CA-48CD-B086-EBD46B7EFF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EF4461-DFB3-45C8-9846-854082A12C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38E82AB4-CE17-4C00-833D-8D6A2B19609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 Convertion Rat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2">
            <a:extLst>
              <a:ext uri="{4C366F39-BD9F-4F37-BE7E-1754444AEE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B2EA7B-114B-49B8-B2E7-E731308F1FAF}"/>
              </a:ext>
            </a:extLst>
          </p:cNvPr>
          <p:cNvSpPr/>
          <p:nvPr userDrawn="1"/>
        </p:nvSpPr>
        <p:spPr>
          <a:xfrm>
            <a:off x="4742611" y="2629928"/>
            <a:ext cx="4401384" cy="2124596"/>
          </a:xfrm>
          <a:custGeom>
            <a:avLst/>
            <a:gdLst/>
            <a:ahLst/>
            <a:cxnLst/>
            <a:rect l="0" t="0" r="r" b="b"/>
            <a:pathLst>
              <a:path w="5868512" h="2832795">
                <a:moveTo>
                  <a:pt x="1333295" y="0"/>
                </a:moveTo>
                <a:lnTo>
                  <a:pt x="1374714" y="2222"/>
                </a:lnTo>
                <a:lnTo>
                  <a:pt x="5868512" y="2222"/>
                </a:lnTo>
                <a:lnTo>
                  <a:pt x="5868512" y="2832795"/>
                </a:lnTo>
                <a:lnTo>
                  <a:pt x="1333295" y="2832795"/>
                </a:lnTo>
                <a:lnTo>
                  <a:pt x="1328066" y="2832795"/>
                </a:lnTo>
                <a:lnTo>
                  <a:pt x="1328066" y="2832515"/>
                </a:lnTo>
                <a:lnTo>
                  <a:pt x="1196973" y="2825482"/>
                </a:lnTo>
                <a:cubicBezTo>
                  <a:pt x="524651" y="2752949"/>
                  <a:pt x="0" y="2149761"/>
                  <a:pt x="0" y="1416398"/>
                </a:cubicBezTo>
                <a:cubicBezTo>
                  <a:pt x="0" y="634143"/>
                  <a:pt x="596937" y="0"/>
                  <a:pt x="13332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3" name="Freeform 2">
            <a:extLst>
              <a:ext uri="{691B207A-304A-4C92-A32F-78CA43B066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25301EA-07C6-4F90-B9ED-D0585919E2E2}"/>
              </a:ext>
            </a:extLst>
          </p:cNvPr>
          <p:cNvSpPr/>
          <p:nvPr userDrawn="1"/>
        </p:nvSpPr>
        <p:spPr>
          <a:xfrm>
            <a:off x="0" y="-13908"/>
            <a:ext cx="808979" cy="841988"/>
          </a:xfrm>
          <a:custGeom>
            <a:avLst/>
            <a:gdLst/>
            <a:ahLst/>
            <a:cxnLst/>
            <a:rect l="0" t="0" r="r" b="b"/>
            <a:pathLst>
              <a:path w="1078639" h="1122651">
                <a:moveTo>
                  <a:pt x="0" y="0"/>
                </a:moveTo>
                <a:lnTo>
                  <a:pt x="967327" y="0"/>
                </a:lnTo>
                <a:lnTo>
                  <a:pt x="1020696" y="98324"/>
                </a:lnTo>
                <a:cubicBezTo>
                  <a:pt x="1058007" y="186537"/>
                  <a:pt x="1078639" y="283522"/>
                  <a:pt x="1078639" y="385325"/>
                </a:cubicBezTo>
                <a:cubicBezTo>
                  <a:pt x="1078639" y="792539"/>
                  <a:pt x="748527" y="1122651"/>
                  <a:pt x="341313" y="1122651"/>
                </a:cubicBezTo>
                <a:cubicBezTo>
                  <a:pt x="239510" y="1122651"/>
                  <a:pt x="142525" y="1102019"/>
                  <a:pt x="54312" y="1064708"/>
                </a:cubicBezTo>
                <a:lnTo>
                  <a:pt x="0" y="103522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4" name="Oval 4">
            <a:extLst>
              <a:ext uri="{79E90CF2-13EA-4570-83C8-39B3EF90E10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4BB32DA-286C-48E4-81D5-7AC66606FEE0}"/>
              </a:ext>
            </a:extLst>
          </p:cNvPr>
          <p:cNvSpPr/>
          <p:nvPr userDrawn="1"/>
        </p:nvSpPr>
        <p:spPr>
          <a:xfrm>
            <a:off x="624728" y="814963"/>
            <a:ext cx="184251" cy="184249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5" name="Title Placeholder 1">
            <a:extLst>
              <a:ext uri="{A1336A35-5FD8-4C55-89FE-C36836C8CC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C67BD5-E6F0-4B55-9B6F-BB845BBFFE1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616" y="330993"/>
            <a:ext cx="3434978" cy="598214"/>
          </a:xfrm>
          <a:prstGeom prst="rect">
            <a:avLst/>
          </a:prstGeom>
        </p:spPr>
        <p:txBody>
          <a:bodyPr vert="horz" lIns="0" tIns="0" rIns="0" bIns="0" rtlCol="0" anchor="t">
            <a:normAutofit fontScale="85000" lnSpcReduction="20000"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rgbClr val="007FD6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Rounded Rectangle 7">
            <a:extLst>
              <a:ext uri="{42273CAA-C90A-4980-B623-7DCD0BB3D01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FA191CB-A7D3-4037-9532-BA93BEC131A0}"/>
              </a:ext>
            </a:extLst>
          </p:cNvPr>
          <p:cNvSpPr/>
          <p:nvPr userDrawn="1"/>
        </p:nvSpPr>
        <p:spPr>
          <a:xfrm>
            <a:off x="255984" y="472857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Rounded Rectangle 8">
            <a:extLst>
              <a:ext uri="{0BBEC6D6-328A-4851-8F8C-63FE332EDE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175A080-445B-48ED-9459-D24583254ADA}"/>
              </a:ext>
            </a:extLst>
          </p:cNvPr>
          <p:cNvSpPr/>
          <p:nvPr userDrawn="1"/>
        </p:nvSpPr>
        <p:spPr>
          <a:xfrm>
            <a:off x="1114199" y="873111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Text Placeholder 8">
            <a:extLst>
              <a:ext uri="{CF15ECC9-065E-4B72-A898-197DB13E6D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47A292-3DC4-472F-A79E-F8A932EC1FC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114425" y="1193006"/>
            <a:ext cx="3436274" cy="502443"/>
          </a:xfrm>
        </p:spPr>
        <p:txBody>
          <a:bodyPr vert="horz" lIns="0" tIns="0" rIns="0" bIns="0" rtlCol="0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dirty="0"/>
            </a:lvl1pPr>
            <a:lvl2pPr marL="457200" lvl="1" indent="0">
              <a:buNone/>
              <a:defRPr lang="en-US" sz="1800" dirty="0"/>
            </a:lvl2pPr>
            <a:lvl3pPr marL="914400" lvl="2" indent="0">
              <a:buNone/>
              <a:defRPr lang="en-US" sz="1800" dirty="0"/>
            </a:lvl3pPr>
            <a:lvl4pPr marL="1371600" lvl="3" indent="0">
              <a:buNone/>
              <a:defRPr lang="en-US" sz="1800" dirty="0"/>
            </a:lvl4pPr>
            <a:lvl5pPr marL="1828800" lvl="4" indent="0">
              <a:buNone/>
              <a:defRPr lang="en-US" sz="1800" dirty="0"/>
            </a:lvl5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9" name="Text Placeholder 4">
            <a:extLst>
              <a:ext uri="{07D67CDE-BD47-4370-A46C-3541CB2D81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6D3384-083C-4E6D-9BD1-AC289211CF4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114199" y="1869281"/>
            <a:ext cx="3436519" cy="2776169"/>
          </a:xfrm>
        </p:spPr>
        <p:txBody>
          <a:bodyPr vert="horz" lIns="0" tIns="0" rIns="0" bIns="0" rtlCol="0" anchor="t"/>
          <a:lstStyle>
            <a:lvl1pPr marL="342900" lvl="0" indent="-342900" algn="l">
              <a:lnSpc>
                <a:spcPct val="100000"/>
              </a:lnSpc>
              <a:buFont typeface="Arial"/>
              <a:buChar char="•"/>
              <a:defRPr lang="en-US" sz="1800" b="1" dirty="0">
                <a:solidFill>
                  <a:schemeClr val="tx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Add highlight text</a:t>
            </a:r>
          </a:p>
        </p:txBody>
      </p:sp>
      <p:sp>
        <p:nvSpPr>
          <p:cNvPr id="10" name="Chart Placeholder 19">
            <a:extLst>
              <a:ext uri="{27D8818C-9566-4F49-BF82-CE66F8EE13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DF7F7E2-6140-4DCB-9763-8A35B5DEAE2C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4810125" y="419100"/>
            <a:ext cx="2072728" cy="1924050"/>
          </a:xfrm>
        </p:spPr>
        <p:txBody>
          <a:bodyPr vert="horz" rtlCol="0" anchor="ctr">
            <a:normAutofit/>
          </a:bodyPr>
          <a:lstStyle>
            <a:lvl1pPr marL="0" lvl="0" indent="0" algn="ctr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chart</a:t>
            </a:r>
          </a:p>
        </p:txBody>
      </p:sp>
      <p:sp>
        <p:nvSpPr>
          <p:cNvPr id="11" name="Freeform 18">
            <a:extLst>
              <a:ext uri="{19261D4A-87CD-4972-AE59-A1A8402CD3C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F27A1D-30EC-4A6F-8F96-1C58B2DE8AE7}"/>
              </a:ext>
            </a:extLst>
          </p:cNvPr>
          <p:cNvSpPr/>
          <p:nvPr userDrawn="1"/>
        </p:nvSpPr>
        <p:spPr>
          <a:xfrm rot="10800000">
            <a:off x="1605228" y="4818814"/>
            <a:ext cx="1214421" cy="324685"/>
          </a:xfrm>
          <a:custGeom>
            <a:avLst/>
            <a:gdLst/>
            <a:ahLst/>
            <a:cxnLst/>
            <a:rect l="0" t="0" r="r" b="b"/>
            <a:pathLst>
              <a:path w="1619229" h="432914">
                <a:moveTo>
                  <a:pt x="809614" y="432914"/>
                </a:moveTo>
                <a:cubicBezTo>
                  <a:pt x="505676" y="432914"/>
                  <a:pt x="234108" y="294320"/>
                  <a:pt x="54661" y="76883"/>
                </a:cubicBezTo>
                <a:lnTo>
                  <a:pt x="0" y="0"/>
                </a:lnTo>
                <a:lnTo>
                  <a:pt x="1619229" y="0"/>
                </a:lnTo>
                <a:lnTo>
                  <a:pt x="1564568" y="76883"/>
                </a:lnTo>
                <a:cubicBezTo>
                  <a:pt x="1385121" y="294320"/>
                  <a:pt x="1113553" y="432914"/>
                  <a:pt x="809614" y="4329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33">
            <a:extLst>
              <a:ext uri="{AC0C3E56-6215-4450-A464-291C02F106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7A35BB-D2BD-4631-8877-5ECEBBAA12B2}"/>
              </a:ext>
            </a:extLst>
          </p:cNvPr>
          <p:cNvSpPr/>
          <p:nvPr userDrawn="1"/>
        </p:nvSpPr>
        <p:spPr>
          <a:xfrm>
            <a:off x="4742611" y="328241"/>
            <a:ext cx="4401384" cy="2124596"/>
          </a:xfrm>
          <a:custGeom>
            <a:avLst/>
            <a:gdLst/>
            <a:ahLst/>
            <a:cxnLst/>
            <a:rect l="0" t="0" r="r" b="b"/>
            <a:pathLst>
              <a:path w="5868512" h="2832795">
                <a:moveTo>
                  <a:pt x="1333295" y="0"/>
                </a:moveTo>
                <a:lnTo>
                  <a:pt x="1374714" y="2222"/>
                </a:lnTo>
                <a:lnTo>
                  <a:pt x="5868512" y="2222"/>
                </a:lnTo>
                <a:lnTo>
                  <a:pt x="5868512" y="2832795"/>
                </a:lnTo>
                <a:lnTo>
                  <a:pt x="1333295" y="2832795"/>
                </a:lnTo>
                <a:lnTo>
                  <a:pt x="1328066" y="2832795"/>
                </a:lnTo>
                <a:lnTo>
                  <a:pt x="1328066" y="2832515"/>
                </a:lnTo>
                <a:lnTo>
                  <a:pt x="1196973" y="2825482"/>
                </a:lnTo>
                <a:cubicBezTo>
                  <a:pt x="524651" y="2752949"/>
                  <a:pt x="0" y="2149761"/>
                  <a:pt x="0" y="1416398"/>
                </a:cubicBezTo>
                <a:cubicBezTo>
                  <a:pt x="0" y="634143"/>
                  <a:pt x="596937" y="0"/>
                  <a:pt x="13332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13" name="Chart Placeholder 19">
            <a:extLst>
              <a:ext uri="{5DF6764B-DF9C-448D-B3EE-A70878E332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40A92B-D7BB-463C-AEB1-24B5AEC6F570}"/>
              </a:ext>
            </a:extLst>
          </p:cNvPr>
          <p:cNvSpPr>
            <a:spLocks noGrp="1"/>
          </p:cNvSpPr>
          <p:nvPr>
            <p:ph type="chart" idx="14"/>
          </p:nvPr>
        </p:nvSpPr>
        <p:spPr>
          <a:xfrm>
            <a:off x="4810125" y="2714625"/>
            <a:ext cx="2072728" cy="1924050"/>
          </a:xfrm>
        </p:spPr>
        <p:txBody>
          <a:bodyPr vert="horz" rtlCol="0" anchor="ctr">
            <a:normAutofit/>
          </a:bodyPr>
          <a:lstStyle>
            <a:lvl1pPr marL="0" lvl="0" indent="0" algn="ctr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chart</a:t>
            </a:r>
          </a:p>
        </p:txBody>
      </p:sp>
      <p:sp>
        <p:nvSpPr>
          <p:cNvPr id="14" name="Text Placeholder 4">
            <a:extLst>
              <a:ext uri="{1B852B80-9D93-4580-9E77-3F541BC5364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6E410C-7E14-400F-89E9-5471305C43A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162800" y="700707"/>
            <a:ext cx="1718072" cy="474792"/>
          </a:xfrm>
        </p:spPr>
        <p:txBody>
          <a:bodyPr vert="horz" rtlCol="0" anchor="ctr">
            <a:normAutofit/>
          </a:bodyPr>
          <a:lstStyle>
            <a:lvl1pPr marL="0" lvl="0" indent="0" algn="l">
              <a:buNone/>
              <a:defRPr lang="en-US" sz="1400" b="1" dirty="0">
                <a:solidFill>
                  <a:schemeClr val="tx2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5" name="Text Placeholder 4">
            <a:extLst>
              <a:ext uri="{3ED5BCEA-D01B-4D8F-8A6C-AEC86B851F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F71069-47D4-4071-91C4-E249416B5C8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162800" y="2978576"/>
            <a:ext cx="1718072" cy="474792"/>
          </a:xfrm>
        </p:spPr>
        <p:txBody>
          <a:bodyPr vert="horz" rtlCol="0" anchor="ctr">
            <a:normAutofit/>
          </a:bodyPr>
          <a:lstStyle>
            <a:lvl1pPr marL="0" lvl="0" indent="0" algn="l">
              <a:buNone/>
              <a:defRPr lang="en-US" sz="1400" b="1" dirty="0">
                <a:solidFill>
                  <a:schemeClr val="accent4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6" name="Text Placeholder 4">
            <a:extLst>
              <a:ext uri="{151C89AF-A5EB-46CD-AD31-600EA33A373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10A76A-586E-45F5-B2F5-8AEF74CB8214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7162800" y="1193412"/>
            <a:ext cx="1718072" cy="709096"/>
          </a:xfrm>
        </p:spPr>
        <p:txBody>
          <a:bodyPr vert="horz" rtlCol="0" anchor="ctr">
            <a:normAutofit/>
          </a:bodyPr>
          <a:lstStyle>
            <a:lvl1pPr marL="0" lvl="0" indent="0" algn="l">
              <a:buNone/>
              <a:defRPr lang="en-US" sz="3200" b="0" dirty="0">
                <a:solidFill>
                  <a:schemeClr val="tx2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Text Placeholder 4">
            <a:extLst>
              <a:ext uri="{B802052E-5B9D-43DE-AC47-92CB7A26FF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E4A9565-2914-4513-B93A-B41DF6014FB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7162800" y="3471281"/>
            <a:ext cx="1718072" cy="709096"/>
          </a:xfrm>
        </p:spPr>
        <p:txBody>
          <a:bodyPr vert="horz" rtlCol="0" anchor="ctr">
            <a:normAutofit/>
          </a:bodyPr>
          <a:lstStyle>
            <a:lvl1pPr marL="0" lvl="0" indent="0" algn="l">
              <a:buNone/>
              <a:defRPr lang="en-US" sz="3200" b="0" dirty="0">
                <a:solidFill>
                  <a:schemeClr val="accent4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Slide Number Placeholder 5">
            <a:extLst>
              <a:ext uri="{59A1DE56-ADFB-462D-9E5C-5DA3540C2C3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ED337F0-6559-433B-9A63-3E9727802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4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19" name="Date Placeholder 1">
            <a:extLst>
              <a:ext uri="{F7AFEAEE-C294-44B6-9ACF-7F3171AB6A1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4E2B07-8E8C-4FA0-B3F2-2F7C0D1E565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  <p:sp>
        <p:nvSpPr>
          <p:cNvPr id="20" name="Footer Placeholder 1">
            <a:extLst>
              <a:ext uri="{3CECAFCE-5DDF-4F16-8DBA-6E98C572A60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C0EE76-F63B-4A52-926D-D2515986597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</p:spTree>
    <p:extLst>
      <p:ext uri="{1162746F-A825-44BC-B607-FA8611767D5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54D31A8E-7965-4996-BDBD-B712E4E3C71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ECBBE9-F1EA-48E1-842A-CAF05BDB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0993"/>
            <a:ext cx="7290332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Add title</a:t>
            </a:r>
          </a:p>
        </p:txBody>
      </p:sp>
      <p:sp>
        <p:nvSpPr>
          <p:cNvPr id="3" name="Text Placeholder 2">
            <a:extLst>
              <a:ext uri="{4D8B89AC-64DC-4134-BCAB-DB2C7C4D98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CBD64C-2950-494F-B07F-8E1F10189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616" y="1369218"/>
            <a:ext cx="7290332" cy="32635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Add description</a:t>
            </a:r>
          </a:p>
        </p:txBody>
      </p:sp>
      <p:sp>
        <p:nvSpPr>
          <p:cNvPr id="4" name="Rounded Rectangle 7">
            <a:extLst>
              <a:ext uri="{11E263D2-8F51-487E-8B16-4F90F020275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D1D211-CCED-4FD2-9462-AD6B94D1D171}"/>
              </a:ext>
            </a:extLst>
          </p:cNvPr>
          <p:cNvSpPr/>
          <p:nvPr userDrawn="1"/>
        </p:nvSpPr>
        <p:spPr>
          <a:xfrm>
            <a:off x="8491447" y="330937"/>
            <a:ext cx="389424" cy="73568"/>
          </a:xfrm>
          <a:prstGeom prst="roundRect">
            <a:avLst>
              <a:gd name="adj" fmla="val 50000"/>
            </a:avLst>
          </a:prstGeom>
          <a:solidFill>
            <a:srgbClr val="EBB81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Slide Number Placeholder 1">
            <a:extLst>
              <a:ext uri="{DFE41A78-403A-446D-96E9-5A2180E58D7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FBCD7F-A890-437D-92DF-A9FD8BD7F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‹N°›</a:t>
            </a:r>
            <a:endParaRPr lang="en-US" dirty="0"/>
          </a:p>
        </p:txBody>
      </p:sp>
      <p:sp>
        <p:nvSpPr>
          <p:cNvPr id="6" name="Footer Placeholder 1">
            <a:extLst>
              <a:ext uri="{3B860408-CCDA-460D-A72E-1C1C9700CD1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B48785E-D087-43FA-A41D-6DAC3E48E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CST — Supervision de capteurs</a:t>
            </a:r>
          </a:p>
        </p:txBody>
      </p:sp>
      <p:sp>
        <p:nvSpPr>
          <p:cNvPr id="7" name="Date Placeholder 1">
            <a:extLst>
              <a:ext uri="{8D7696EF-60A9-47B2-B830-941A7F3D65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F4950AB-08A2-43E6-8BF4-84072E8C3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2025–2026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5400" spc="150" baseline="0" dirty="0">
          <a:solidFill>
            <a:schemeClr val="bg2"/>
          </a:solidFill>
          <a:latin typeface="+mj-lt"/>
        </a:defRPr>
      </a:lvl1pPr>
    </p:titleStyle>
    <p:bodyStyle>
      <a:lvl1pPr marL="0" lvl="0" indent="0" algn="l" rtl="0">
        <a:lnSpc>
          <a:spcPct val="100000"/>
        </a:lnSpc>
        <a:spcBef>
          <a:spcPts val="1000"/>
        </a:spcBef>
        <a:buFont typeface="Arial"/>
        <a:buNone/>
        <a:defRPr lang="en-US" sz="2400" b="0" i="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2000" b="0" i="0" dirty="0">
          <a:solidFill>
            <a:schemeClr val="tx1"/>
          </a:solidFill>
          <a:latin typeface="Dosis"/>
        </a:defRPr>
      </a:lvl2pPr>
      <a:lvl3pPr marL="1143000" lvl="2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b="0" i="0" dirty="0">
          <a:solidFill>
            <a:schemeClr val="tx1"/>
          </a:solidFill>
          <a:latin typeface="Dosis"/>
        </a:defRPr>
      </a:lvl3pPr>
      <a:lvl4pPr marL="1600200" lvl="3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600" b="0" i="0" dirty="0">
          <a:solidFill>
            <a:schemeClr val="tx1"/>
          </a:solidFill>
          <a:latin typeface="Dosis"/>
        </a:defRPr>
      </a:lvl4pPr>
      <a:lvl5pPr marL="2057400" lvl="4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400" b="0" i="0" dirty="0">
          <a:solidFill>
            <a:schemeClr val="tx1"/>
          </a:solidFill>
          <a:latin typeface="Dosis"/>
        </a:defRPr>
      </a:lvl5pPr>
      <a:lvl6pPr marL="2514600" lvl="5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report_monitor_phone_png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report_p17_0_png.png"/><Relationship Id="rId5" Type="http://schemas.openxmlformats.org/officeDocument/2006/relationships/image" Target="../media/report_p1_0_png.png"/><Relationship Id="rId4" Type="http://schemas.openxmlformats.org/officeDocument/2006/relationships/image" Target="../media/report_p17_0_png.png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report_p17_0_png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report_p78_0_png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report_p17_0_png.pn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report_p17_0_png.png"/><Relationship Id="rId4" Type="http://schemas.openxmlformats.org/officeDocument/2006/relationships/image" Target="../media/report_p17_0_png.pn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image" Target="../media/report_p17_0_png.png"/><Relationship Id="rId1" Type="http://schemas.openxmlformats.org/officeDocument/2006/relationships/slideLayout" Target="../slideLayouts/slideLayout6.xml"/><Relationship Id="rIdReportNotes" Type="http://schemas.openxmlformats.org/officeDocument/2006/relationships/notesSlide" Target="../notesSlides/notesSlide10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report_p78_0_png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report_p17_0_png.png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report_p17_0_png.png"/><Relationship Id="rId4" Type="http://schemas.openxmlformats.org/officeDocument/2006/relationships/image" Target="../media/report_p72_0_png.png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report_p17_0_png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report_context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report_p17_0_png.png"/><Relationship Id="rId4" Type="http://schemas.openxmlformats.org/officeDocument/2006/relationships/image" Target="../media/image13.png"/><Relationship Id="rIdReportNotes" Type="http://schemas.openxmlformats.org/officeDocument/2006/relationships/notesSlide" Target="../notesSlides/notesSlide109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report_p17_0_png.png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report_p78_0_png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report_p17_0_png.png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report_p17_0_png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5" Type="http://schemas.openxmlformats.org/officeDocument/2006/relationships/image" Target="../media/report_p17_0_png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report_usecase_png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report_p17_0_png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report_p17_0_png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report_classes_png.png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report_p17_0_png.png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report_p78_0_png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report_p17_0_png.png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report_p17_0_png.png"/><Relationship Id="rId4" Type="http://schemas.openxmlformats.org/officeDocument/2006/relationships/image" Target="../media/report_p23_0_png.png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report_p17_0_png.png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report_p17_0_png.png"/><Relationship Id="rId4" Type="http://schemas.openxmlformats.org/officeDocument/2006/relationships/image" Target="../media/report_p38_0_png.png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report_p83_0_png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report_p17_0_png.png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report_p81_0_png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report_p17_0_png.png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image" Target="../media/report_p78_0_png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report_p17_0_png.png"/></Relationships>
</file>

<file path=ppt/slides/_rels/slide24.xml.rels><?xml version='1.0' encoding='UTF-8' standalone='yes'?>
<Relationships xmlns="http://schemas.openxmlformats.org/package/2006/relationships"><Relationship Id="rId8" Type="http://schemas.openxmlformats.org/officeDocument/2006/relationships/image" Target="../media/report_p43_0_png.png"/><Relationship Id="rId13" Type="http://schemas.openxmlformats.org/officeDocument/2006/relationships/image" Target="../media/image49.png"/><Relationship Id="rId3" Type="http://schemas.openxmlformats.org/officeDocument/2006/relationships/image" Target="../media/report_p42_1_png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report_p42_0_png.png"/></Relationships>
</file>

<file path=ppt/slides/_rels/slide25.xml.rels><?xml version='1.0' encoding='UTF-8' standalone='yes'?>
<Relationships xmlns="http://schemas.openxmlformats.org/package/2006/relationships"><Relationship Id="rId2" Type="http://schemas.openxmlformats.org/officeDocument/2006/relationships/image" Target="../media/report_p17_0_png.png"/><Relationship Id="rId1" Type="http://schemas.openxmlformats.org/officeDocument/2006/relationships/slideLayout" Target="../slideLayouts/slideLayout3.xml"/><Relationship Id="rIdReport101" Type="http://schemas.openxmlformats.org/officeDocument/2006/relationships/image" Target="../media/report_p78_0_png.png"/><Relationship Id="rIdReportNotes" Type="http://schemas.openxmlformats.org/officeDocument/2006/relationships/notesSlide" Target="../notesSlides/notesSlide125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image" Target="../media/report_p17_0_png.png"/><Relationship Id="rId1" Type="http://schemas.openxmlformats.org/officeDocument/2006/relationships/slideLayout" Target="../slideLayouts/slideLayout19.xml"/><Relationship Id="rIdReportNotes" Type="http://schemas.openxmlformats.org/officeDocument/2006/relationships/notesSlide" Target="../notesSlides/notesSlide127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report_p17_0_png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ReportNotes" Type="http://schemas.openxmlformats.org/officeDocument/2006/relationships/notesSlide" Target="../notesSlides/notesSlide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B129738B-7BBD-4F75-92F4-8FFD9E895B2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4AEDEF1-351D-4D5F-8DFA-003148AF9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3337560"/>
            <a:ext cx="3749040" cy="365760"/>
          </a:xfrm>
        </p:spPr>
        <p:txBody>
          <a:bodyPr vert="horz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1700"/>
              <a:t>Conception et développement</a:t>
            </a:r>
          </a:p>
        </p:txBody>
      </p:sp>
      <p:sp>
        <p:nvSpPr>
          <p:cNvPr id="3" name="Title 1">
            <a:extLst>
              <a:ext uri="{CD3E5D60-3FD3-498B-A6FF-782FCD6D138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36F9A10-C857-4B11-AACB-F7B4FA383F9E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8872" y="1673352"/>
            <a:ext cx="4023360" cy="1417320"/>
          </a:xfrm>
        </p:spPr>
        <p:txBody>
          <a:bodyPr vert="horz" wrap="square" rtlCol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4400" spc="100"/>
              <a:t>Supervision</a:t>
            </a:r>
          </a:p>
          <a:p>
            <a:pPr algn="ctr">
              <a:lnSpc>
                <a:spcPct val="100000"/>
              </a:lnSpc>
            </a:pPr>
            <a:r>
              <a:rPr lang="fr-FR" sz="4400" spc="100"/>
              <a:t>de capteurs</a:t>
            </a:r>
          </a:p>
        </p:txBody>
      </p:sp>
      <p:pic>
        <p:nvPicPr>
          <p:cNvPr id="4" name="Report figure" descr="Figure extraite du rapport de Mohamed Imem Hamdi">
            <a:extLst>
              <a:ext uri="{5E4943FB-D753-4497-A4E1-BCA9563ADEA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4CA3579-C8EF-42CE-A440-8F22CF7B3C01}"/>
              </a:ext>
            </a:extLst>
          </p:cNvPr>
          <p:cNvPicPr>
            <a:picLocks noGrp="1"/>
          </p:cNvPicPr>
          <p:nvPr>
            <p:ph type="pic"/>
          </p:nvPr>
        </p:nvPicPr>
        <p:blipFill>
          <a:blip r:embed="rId3"/>
          <a:stretch>
            <a:fillRect/>
          </a:stretch>
        </p:blipFill>
        <p:spPr>
          <a:xfrm>
            <a:off x="5591394" y="640080"/>
            <a:ext cx="2076013" cy="3977640"/>
          </a:xfrm>
          <a:prstGeom prst="rect">
            <a:avLst/>
          </a:prstGeom>
          <a:noFill/>
        </p:spPr>
      </p:pic>
      <p:sp>
        <p:nvSpPr>
          <p:cNvPr id="5" name="Date Placeholder 1">
            <a:extLst>
              <a:ext uri="{F24CB13C-3D45-415A-99D5-5D0FC8CE97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F10D013-F69F-4900-92E2-26A8DCF2FC50}"/>
              </a:ext>
            </a:extLst>
          </p:cNvPr>
          <p:cNvSpPr>
            <a:spLocks noGrp="1"/>
          </p:cNvSpPr>
          <p:nvPr>
            <p:ph type="dt" sz="half" idx="3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6" name="Slide Number Placeholder 1">
            <a:extLst>
              <a:ext uri="{4B53A10F-A5C7-4410-8C60-D4835ACBC4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3A8171-C243-4BF4-8BCD-60CA0DDE0CC6}"/>
              </a:ext>
            </a:extLst>
          </p:cNvPr>
          <p:cNvSpPr>
            <a:spLocks noGrp="1"/>
          </p:cNvSpPr>
          <p:nvPr>
            <p:ph type="sldNum" sz="quarter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t>1</a:t>
            </a:r>
            <a:endParaRPr lang="en-US" dirty="0"/>
          </a:p>
        </p:txBody>
      </p:sp>
      <p:pic>
        <p:nvPicPr>
          <p:cNvPr id="7" name="Report figure" descr="Figure extraite du rapport de Mohamed Imem Hamdi">
            <a:extLst>
              <a:ext uri="{ECC5ADA2-B917-401A-85C3-E87FC9DC79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D57179-7D82-4B4F-81DB-667C8982A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" y="126517"/>
            <a:ext cx="1645920" cy="560783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BEDCDE5E-24E8-4DFF-B8C5-E16F582F92F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DFEDCC-19A7-4729-8BE4-68C0EF2FC88F}"/>
              </a:ext>
            </a:extLst>
          </p:cNvPr>
          <p:cNvSpPr txBox="1"/>
          <p:nvPr/>
        </p:nvSpPr>
        <p:spPr>
          <a:xfrm>
            <a:off x="155448" y="4096512"/>
            <a:ext cx="2926080" cy="548640"/>
          </a:xfrm>
          <a:prstGeom prst="rect">
            <a:avLst/>
          </a:prstGeom>
        </p:spPr>
        <p:txBody>
          <a:bodyPr vert="horz" lIns="95250" tIns="47625" rIns="95250" bIns="47625" rtlCol="0" anchor="ctr">
            <a:spAutoFit/>
          </a:bodyPr>
          <a:lstStyle/>
          <a:p>
            <a:pPr>
              <a:defRPr lang="en-US" sz="1500" dirty="0"/>
            </a:pPr>
            <a:r>
              <a:rPr lang="fr-FR" b="1" sz="1400"/>
              <a:t>Présenté par :</a:t>
            </a:r>
          </a:p>
          <a:p>
            <a:pPr>
              <a:defRPr lang="en-US" sz="1500" dirty="0"/>
            </a:pPr>
            <a:r>
              <a:rPr lang="fr-FR" b="1" sz="1400"/>
              <a:t>Mohamed Imem Hamdi</a:t>
            </a:r>
          </a:p>
        </p:txBody>
      </p:sp>
      <p:pic>
        <p:nvPicPr>
          <p:cNvPr id="9" name="Report figure" descr="Figure extraite du rapport de Mohamed Imem Hamdi">
            <a:extLst>
              <a:ext uri="{3BE2CDBB-5B57-43BB-B532-5FBF17A7C4E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440644-EF78-4A1F-8D40-E852D72CB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21064"/>
            <a:ext cx="1554480" cy="571689"/>
          </a:xfrm>
          <a:prstGeom prst="rect">
            <a:avLst/>
          </a:prstGeom>
          <a:noFill/>
        </p:spPr>
      </p:pic>
      <p:pic>
        <p:nvPicPr>
          <p:cNvPr id="10" name="Report figure" descr="Figure extraite du rapport de Mohamed Imem Hamdi">
            <a:extLst>
              <a:ext uri="{6CBF97E7-2287-4D0F-95F7-98428AFC68B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3DF0EE-B308-4ECF-A889-D636A63C5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0267" y="4269980"/>
            <a:ext cx="1041825" cy="354961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433B9DD-D9E0-45FB-B8C0-B300B5949C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6DF09E7-527A-4A87-AFA2-A66F8A1DF45F}"/>
              </a:ext>
            </a:extLst>
          </p:cNvPr>
          <p:cNvSpPr txBox="1"/>
          <p:nvPr/>
        </p:nvSpPr>
        <p:spPr>
          <a:xfrm>
            <a:off x="4206240" y="4617720"/>
            <a:ext cx="4663440" cy="43891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200" b="1">
                <a:solidFill>
                  <a:schemeClr val="tx1">
                    <a:lumMod val="50000"/>
                  </a:schemeClr>
                </a:solidFill>
                <a:latin typeface="Dosis"/>
              </a:rPr>
              <a:t>Encadrant académique : M. Mohamed Alouani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200" b="1">
                <a:solidFill>
                  <a:schemeClr val="tx1">
                    <a:lumMod val="50000"/>
                  </a:schemeClr>
                </a:solidFill>
                <a:latin typeface="Dosis"/>
              </a:rPr>
              <a:t>Encadrant professionnel : M. Yousef Lamouchi</a:t>
            </a:r>
          </a:p>
        </p:txBody>
      </p:sp>
    </p:spTree>
    <p:extLst>
      <p:ext uri="{CF6AA60B-0494-4D4E-B356-80FEA81BE19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4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8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A6BE0C27-420B-47F1-BF52-D3D7BB39514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3FEE17-9063-4770-91FC-2B6B32D0E51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115615" y="1799586"/>
            <a:ext cx="4034780" cy="2634853"/>
          </a:xfrm>
        </p:spPr>
        <p:txBody>
          <a:bodyPr rtlCol="0"/>
          <a:lstStyle/>
          <a:p>
            <a:pPr marL="342900" indent="-342900">
              <a:lnSpc>
                <a:spcPct val="70000"/>
              </a:lnSpc>
              <a:buFont typeface="Arial"/>
              <a:buAutoNum type="arabicPeriod"/>
            </a:pPr>
            <a:r>
              <a:rPr lang="fr-FR" sz="2400">
                <a:solidFill>
                  <a:schemeClr val="bg2">
                    <a:lumMod val="25000"/>
                  </a:schemeClr>
                </a:solidFill>
              </a:rPr>
              <a:t>Introduction</a:t>
            </a:r>
          </a:p>
          <a:p>
            <a:pPr marL="342900" indent="-342900">
              <a:lnSpc>
                <a:spcPct val="70000"/>
              </a:lnSpc>
              <a:buFont typeface="Arial"/>
              <a:buAutoNum type="arabicPeriod"/>
            </a:pPr>
            <a:r>
              <a:rPr lang="fr-FR" sz="2400">
                <a:solidFill>
                  <a:schemeClr val="bg2">
                    <a:lumMod val="25000"/>
                  </a:schemeClr>
                </a:solidFill>
              </a:rPr>
              <a:t>Contexte du projet</a:t>
            </a:r>
          </a:p>
          <a:p>
            <a:pPr marL="342900" indent="-342900">
              <a:lnSpc>
                <a:spcPct val="70000"/>
              </a:lnSpc>
              <a:buFont typeface="Arial"/>
              <a:buAutoNum type="arabicPeriod"/>
            </a:pPr>
            <a:r>
              <a:rPr lang="fr-FR" sz="2400">
                <a:solidFill>
                  <a:schemeClr val="bg2">
                    <a:lumMod val="25000"/>
                  </a:schemeClr>
                </a:solidFill>
              </a:rPr>
              <a:t>Spécification des besoins</a:t>
            </a:r>
          </a:p>
          <a:p>
            <a:pPr marL="342900" indent="-342900">
              <a:lnSpc>
                <a:spcPct val="70000"/>
              </a:lnSpc>
              <a:buFont typeface="Arial"/>
              <a:buAutoNum type="arabicPeriod"/>
            </a:pPr>
            <a:r>
              <a:rPr lang="fr-FR" sz="2400">
                <a:solidFill>
                  <a:schemeClr val="bg2">
                    <a:lumMod val="25000"/>
                  </a:schemeClr>
                </a:solidFill>
              </a:rPr>
              <a:t>Plan du projet et DevOps</a:t>
            </a:r>
          </a:p>
          <a:p>
            <a:pPr marL="342900" indent="-342900">
              <a:lnSpc>
                <a:spcPct val="70000"/>
              </a:lnSpc>
              <a:buFont typeface="Arial"/>
              <a:buAutoNum type="arabicPeriod"/>
            </a:pPr>
            <a:r>
              <a:rPr lang="fr-FR" sz="2400">
                <a:solidFill>
                  <a:schemeClr val="bg2">
                    <a:lumMod val="25000"/>
                  </a:schemeClr>
                </a:solidFill>
              </a:rPr>
              <a:t>Réalisation</a:t>
            </a:r>
          </a:p>
          <a:p>
            <a:pPr marL="342900" indent="-342900">
              <a:lnSpc>
                <a:spcPct val="70000"/>
              </a:lnSpc>
              <a:buFont typeface="Arial"/>
              <a:buAutoNum type="arabicPeriod"/>
            </a:pPr>
            <a:r>
              <a:rPr lang="fr-FR" sz="2400">
                <a:solidFill>
                  <a:schemeClr val="bg2">
                    <a:lumMod val="25000"/>
                  </a:schemeClr>
                </a:solidFill>
              </a:rPr>
              <a:t>Conclusion et perspectives</a:t>
            </a:r>
          </a:p>
        </p:txBody>
      </p:sp>
      <p:sp>
        <p:nvSpPr>
          <p:cNvPr id="3" name="Title 1">
            <a:extLst>
              <a:ext uri="{FA3A2ADD-FE26-4C43-932F-DD1019FD75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7817E5F-9858-45F9-ABBB-081332BC6EC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pPr>
              <a:lnSpc>
                <a:spcPct val="100000"/>
              </a:lnSpc>
            </a:pPr>
            <a:r>
              <a:rPr lang="fr-FR" sz="4000"/>
              <a:t>Plan</a:t>
            </a:r>
          </a:p>
        </p:txBody>
      </p:sp>
      <p:pic>
        <p:nvPicPr>
          <p:cNvPr id="4" name="Picture Placeholder 25">
            <a:extLst>
              <a:ext uri="{719227F0-A5F0-49A9-99FC-0347962D55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CDF30A-5D39-498F-BB0B-D91C90A03C7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1108524" y="330993"/>
            <a:ext cx="390491" cy="383400"/>
          </a:xfrm>
          <a:noFill/>
        </p:spPr>
      </p:pic>
      <p:sp>
        <p:nvSpPr>
          <p:cNvPr id="5" name="Date Placeholder 1">
            <a:extLst>
              <a:ext uri="{5717C2F3-0633-4BDC-8E60-9A05ED28B5A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1BFBFF-D5B1-464F-BFBE-02431ACD588E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6" name="Slide Number Placeholder 5">
            <a:extLst>
              <a:ext uri="{A474E43A-713A-4E6C-9E16-5176CE5DB6A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0A12EB2-7813-4452-B232-F00A7FAC78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2</a:t>
            </a:r>
            <a:endParaRPr lang="en-US" dirty="0"/>
          </a:p>
        </p:txBody>
      </p:sp>
      <p:sp>
        <p:nvSpPr>
          <p:cNvPr id="7" name="Footer Placeholder 1">
            <a:extLst>
              <a:ext uri="{A3A76B1C-8800-441A-88A1-2740A557D9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3DCAA5-6AA0-4492-93E0-B54CA25FE1A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8" name="Picture 7">
            <a:extLst>
              <a:ext uri="{7BE2AC84-7FF4-49A8-8BDB-0F64DF4E9A4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F1DA7F-BF00-4759-B15F-4478B5749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203" y="1152963"/>
            <a:ext cx="3871760" cy="2839297"/>
          </a:xfrm>
          <a:prstGeom prst="rect">
            <a:avLst/>
          </a:prstGeom>
          <a:noFill/>
          <a:effectLst>
            <a:outerShdw blurRad="50800" dist="95250" dir="2700000">
              <a:srgbClr val="3F3F3F">
                <a:alpha val="39999"/>
              </a:srgbClr>
            </a:outerShdw>
            <a:reflection stA="48000" endPos="35000" sy="-100000" algn="bl" rotWithShape="0"/>
          </a:effectLst>
        </p:spPr>
      </p:pic>
      <p:pic>
        <p:nvPicPr>
          <p:cNvPr id="9" name="Report figure" descr="Figure extraite du rapport de Mohamed Imem Hamdi">
            <a:extLst>
              <a:ext uri="{3CF7D1E4-1415-4A52-8A03-4D9246B4AF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FA1A96-C8F1-439D-B1C7-CEC018F5D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CC806705-CC00-444F-9515-FF9D67EC0A4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port figure" descr="Figure extraite du rapport de Mohamed Imem Hamdi">
            <a:extLst>
              <a:ext uri="{25DB79AB-54D5-41B4-9524-24F20FBF389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F0926D-D26B-489F-90C9-FC20F95C2ADF}"/>
              </a:ext>
            </a:extLst>
          </p:cNvPr>
          <p:cNvPicPr>
            <a:picLocks noGrp="1"/>
          </p:cNvPicPr>
          <p:nvPr>
            <p:ph type="pic"/>
          </p:nvPr>
        </p:nvPicPr>
        <p:blipFill>
          <a:blip r:embed="rId3"/>
          <a:stretch>
            <a:fillRect/>
          </a:stretch>
        </p:blipFill>
        <p:spPr>
          <a:xfrm>
            <a:off x="3931920" y="975836"/>
            <a:ext cx="4983480" cy="2803208"/>
          </a:xfrm>
          <a:prstGeom prst="rect">
            <a:avLst/>
          </a:prstGeom>
          <a:noFill/>
        </p:spPr>
      </p:pic>
      <p:sp>
        <p:nvSpPr>
          <p:cNvPr id="3" name="Title 7">
            <a:extLst>
              <a:ext uri="{C853F8EC-8112-4C03-B8A5-45E48B7A8E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D79470-2C48-4F30-8588-75B95B62D554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-1017993" y="2076621"/>
            <a:ext cx="5276850" cy="991981"/>
          </a:xfrm>
        </p:spPr>
        <p:txBody>
          <a:bodyPr rtlCol="0"/>
          <a:lstStyle/>
          <a:p>
            <a:r>
              <a:rPr lang="fr-FR" sz="6000">
                <a:solidFill>
                  <a:schemeClr val="tx1">
                    <a:lumMod val="50000"/>
                  </a:schemeClr>
                </a:solidFill>
              </a:rPr>
              <a:t>Introduction</a:t>
            </a:r>
          </a:p>
        </p:txBody>
      </p:sp>
      <p:sp>
        <p:nvSpPr>
          <p:cNvPr id="4" name="Date Placeholder 1">
            <a:extLst>
              <a:ext uri="{2A11F934-D885-4283-9955-0387A5B8FEF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30E947F-00DB-4026-9740-922D0C023F08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5" name="Slide Number Placeholder 5">
            <a:extLst>
              <a:ext uri="{2452C8C3-509F-4479-94DF-2617A5F14F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FE0CB86-E0A3-4ECD-A118-E7CC54969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3</a:t>
            </a:r>
            <a:endParaRPr lang="en-US" dirty="0"/>
          </a:p>
        </p:txBody>
      </p:sp>
      <p:sp>
        <p:nvSpPr>
          <p:cNvPr id="6" name="Footer Placeholder 1">
            <a:extLst>
              <a:ext uri="{31014244-11EE-4071-9DBC-936E45CC2A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142C80-82AE-410E-BEB7-B96EDB805AC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7" name="Report figure" descr="Figure extraite du rapport de Mohamed Imem Hamdi">
            <a:extLst>
              <a:ext uri="{528838AE-A1A1-49D7-8571-CCF2FD964C7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92A620-640E-4274-BC1E-52322C088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17CEFFAE-D721-4444-9802-F239CE22078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7E8961C-662F-43C0-A455-CCB59BF1BA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06B0E8-C905-4F01-A052-1D9F7BB63E0F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 sz="4000"/>
              <a:t>Organisme d’accueil</a:t>
            </a:r>
          </a:p>
        </p:txBody>
      </p:sp>
      <p:sp>
        <p:nvSpPr>
          <p:cNvPr id="3" name="Text Placeholder 7">
            <a:extLst>
              <a:ext uri="{96A3A1D5-6058-4124-8D01-4C66EC3E41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2F8BB4-9F3C-42A4-B53B-DD03501515DE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 rtlCol="0"/>
          <a:lstStyle/>
          <a:p>
            <a:r>
              <a:rPr lang="fr-FR" sz="1400">
                <a:solidFill>
                  <a:schemeClr val="tx2">
                    <a:lumMod val="75000"/>
                  </a:schemeClr>
                </a:solidFill>
                <a:latin typeface="sans-serif"/>
              </a:rPr>
              <a:t>Canadian System Technology (CST)</a:t>
            </a:r>
            <a:r>
              <a:rPr lang="fr-FR" sz="1400" b="0" u="none">
                <a:solidFill>
                  <a:srgbClr val="44546A"/>
                </a:solidFill>
                <a:latin typeface="sans-serif"/>
              </a:rPr>
              <a:t> développe des systèmes et propose des services de conseil en informatique.</a:t>
            </a:r>
          </a:p>
        </p:txBody>
      </p:sp>
      <p:sp>
        <p:nvSpPr>
          <p:cNvPr id="4" name="Text Placeholder 8">
            <a:extLst>
              <a:ext uri="{FEBF8004-688B-4A4F-A31C-4435060B93A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2E8955-F6B7-4443-9520-9A2533DFE8FB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 rtlCol="0"/>
          <a:lstStyle/>
          <a:p>
            <a:r>
              <a:rPr lang="fr-FR" sz="1400" b="1" u="sng">
                <a:latin typeface="sans-serif"/>
              </a:rPr>
              <a:t>Fondée</a:t>
            </a:r>
            <a:r>
              <a:rPr lang="fr-FR" sz="1400" b="0" u="none">
                <a:solidFill>
                  <a:srgbClr val="44546A"/>
                </a:solidFill>
                <a:latin typeface="sans-serif"/>
              </a:rPr>
              <a:t> à Montréal en 1989.</a:t>
            </a:r>
          </a:p>
          <a:p>
            <a:r>
              <a:rPr lang="fr-FR" sz="1400">
                <a:latin typeface="sans-serif"/>
              </a:rPr>
              <a:t>Implantée</a:t>
            </a:r>
            <a:r>
              <a:rPr lang="fr-FR" sz="1400" b="0" u="none">
                <a:solidFill>
                  <a:srgbClr val="44546A"/>
                </a:solidFill>
                <a:latin typeface="sans-serif"/>
              </a:rPr>
              <a:t> en Tunisie depuis 1997.</a:t>
            </a:r>
          </a:p>
          <a:p>
            <a:r>
              <a:rPr lang="fr-FR" sz="1400" b="1" u="sng">
                <a:latin typeface="sans-serif"/>
              </a:rPr>
              <a:t>Domaines :</a:t>
            </a:r>
            <a:r>
              <a:rPr lang="fr-FR" sz="1400" b="0" u="none">
                <a:solidFill>
                  <a:srgbClr val="44546A"/>
                </a:solidFill>
                <a:latin typeface="sans-serif"/>
              </a:rPr>
              <a:t> gestion, mobilité et infrastructure.</a:t>
            </a:r>
          </a:p>
          <a:p>
            <a:r>
              <a:rPr lang="fr-FR" sz="1400" b="1" u="sng">
                <a:latin typeface="sans-serif"/>
              </a:rPr>
              <a:t>Marques :</a:t>
            </a:r>
            <a:r>
              <a:rPr lang="fr-FR" sz="1400" b="0" u="none">
                <a:solidFill>
                  <a:srgbClr val="44546A"/>
                </a:solidFill>
                <a:latin typeface="sans-serif"/>
              </a:rPr>
              <a:t> GIC, GIC-Distribution et BS4M.</a:t>
            </a:r>
          </a:p>
        </p:txBody>
      </p:sp>
      <p:pic>
        <p:nvPicPr>
          <p:cNvPr id="5" name="Picture Placeholder 13">
            <a:extLst>
              <a:ext uri="{8CBDB938-104E-4B01-8704-8B96C991F5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4694DF-65B3-4D9D-B630-17DA9B9332D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1108524" y="330993"/>
            <a:ext cx="390491" cy="383400"/>
          </a:xfrm>
          <a:noFill/>
        </p:spPr>
      </p:pic>
      <p:sp>
        <p:nvSpPr>
          <p:cNvPr id="6" name="Date Placeholder 1">
            <a:extLst>
              <a:ext uri="{C16E4EF6-B2D4-46BF-90F4-6DAB5534340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51D681A-2D45-4F82-9DCF-C2FD9AE2D8C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7" name="Slide Number Placeholder 5">
            <a:extLst>
              <a:ext uri="{2A2B998F-955A-46A2-AFF1-3E2DDFA4E45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F5DBBE-985E-4DE3-9F44-A42D969BA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4</a:t>
            </a:r>
            <a:endParaRPr lang="en-US" dirty="0"/>
          </a:p>
        </p:txBody>
      </p:sp>
      <p:sp>
        <p:nvSpPr>
          <p:cNvPr id="8" name="Footer Placeholder 1">
            <a:extLst>
              <a:ext uri="{2AC06B28-0BDA-4DBA-AE38-66102D6C786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739527C-9FFA-4771-A993-7251307E0A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9" name="Report figure" descr="Figure extraite du rapport de Mohamed Imem Hamdi">
            <a:extLst>
              <a:ext uri="{18E63AC2-5105-4511-8F96-9E6C6DC8DAB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C4A161-D60C-4516-8F17-BBD8D1539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31654"/>
            <a:ext cx="1828800" cy="623092"/>
          </a:xfrm>
          <a:prstGeom prst="rect">
            <a:avLst/>
          </a:prstGeom>
          <a:noFill/>
        </p:spPr>
      </p:pic>
      <p:pic>
        <p:nvPicPr>
          <p:cNvPr id="10" name="Report figure" descr="Figure extraite du rapport de Mohamed Imem Hamdi">
            <a:extLst>
              <a:ext uri="{24418CA3-CE36-47EB-BD4A-6E72A22D768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0326BEE-4567-4BDD-88C4-758D184C6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C56760B4-893D-4C53-973E-B019135D6F9E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F7A38D-6B89-402A-9FC3-D0BAC4CFAC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2F9813-CC5F-4C80-A4DB-0CA19D4F3A97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fr-FR"/>
              <a:t>Secteurs d’activité de CST</a:t>
            </a:r>
          </a:p>
        </p:txBody>
      </p:sp>
      <p:sp>
        <p:nvSpPr>
          <p:cNvPr id="3" name="Text Placeholder 10">
            <a:extLst>
              <a:ext uri="{6636747D-1918-4890-AD59-4F7677370D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92A9431-B5A5-4FD2-8582-FDFFBC43B79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955688" y="2445629"/>
            <a:ext cx="1331937" cy="1183300"/>
          </a:xfrm>
        </p:spPr>
        <p:txBody>
          <a:bodyPr rtlCol="0"/>
          <a:lstStyle/>
          <a:p>
            <a:r>
              <a:rPr lang="fr-FR" b="1">
                <a:solidFill>
                  <a:schemeClr val="bg1"/>
                </a:solidFill>
                <a:latin typeface="Old Standard TT"/>
              </a:rPr>
              <a:t>Mobilité</a:t>
            </a:r>
          </a:p>
        </p:txBody>
      </p:sp>
      <p:sp>
        <p:nvSpPr>
          <p:cNvPr id="4" name="Text Placeholder 13">
            <a:extLst>
              <a:ext uri="{3F37B6E6-5DF2-493B-A4C4-7A4399B794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154EC7-35A0-45CF-BF7A-FB713D850B2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solidFill>
            <a:schemeClr val="tx2"/>
          </a:solidFill>
        </p:spPr>
        <p:txBody>
          <a:bodyPr rtlCol="0"/>
          <a:lstStyle/>
          <a:p>
            <a:r>
              <a:rPr lang="fr-FR" sz="1800" b="1">
                <a:solidFill>
                  <a:schemeClr val="bg1"/>
                </a:solidFill>
                <a:latin typeface="Old Standard TT"/>
              </a:rPr>
              <a:t>Logiciels</a:t>
            </a:r>
          </a:p>
          <a:p>
            <a:r>
              <a:rPr lang="fr-FR" sz="1800" b="1">
                <a:solidFill>
                  <a:schemeClr val="bg1"/>
                </a:solidFill>
                <a:latin typeface="Old Standard TT"/>
              </a:rPr>
              <a:t>de gestion</a:t>
            </a:r>
          </a:p>
        </p:txBody>
      </p:sp>
      <p:sp>
        <p:nvSpPr>
          <p:cNvPr id="5" name="Text Placeholder 14">
            <a:extLst>
              <a:ext uri="{95027E13-2B9B-4726-9786-48DDE9B7D3B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90BFD2-7513-4395-9A69-B97E60DF6B0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solidFill>
            <a:schemeClr val="accent1"/>
          </a:solidFill>
        </p:spPr>
        <p:txBody>
          <a:bodyPr rtlCol="0"/>
          <a:lstStyle/>
          <a:p>
            <a:r>
              <a:rPr lang="fr-FR" sz="1800" b="1">
                <a:solidFill>
                  <a:schemeClr val="bg1"/>
                </a:solidFill>
                <a:latin typeface="Old Standard TT"/>
              </a:rPr>
              <a:t>Conseil</a:t>
            </a:r>
          </a:p>
        </p:txBody>
      </p:sp>
      <p:sp>
        <p:nvSpPr>
          <p:cNvPr id="6" name="Text Placeholder 15">
            <a:extLst>
              <a:ext uri="{504F2433-8ACA-4EEE-B3BE-311E931E985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7887DB7-527A-49F6-BDBC-7C4646692868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solidFill>
            <a:schemeClr val="accent4"/>
          </a:solidFill>
        </p:spPr>
        <p:txBody>
          <a:bodyPr rtlCol="0"/>
          <a:lstStyle/>
          <a:p>
            <a:r>
              <a:rPr lang="fr-FR" b="1">
                <a:solidFill>
                  <a:schemeClr val="bg1"/>
                </a:solidFill>
                <a:latin typeface="Old Standard TT"/>
              </a:rPr>
              <a:t>Systèmes</a:t>
            </a:r>
          </a:p>
          <a:p>
            <a:r>
              <a:rPr lang="fr-FR" b="1">
                <a:solidFill>
                  <a:schemeClr val="bg1"/>
                </a:solidFill>
                <a:latin typeface="Old Standard TT"/>
              </a:rPr>
              <a:t>et réseaux</a:t>
            </a:r>
          </a:p>
        </p:txBody>
      </p:sp>
      <p:sp>
        <p:nvSpPr>
          <p:cNvPr id="7" name="Date Placeholder 1">
            <a:extLst>
              <a:ext uri="{05B41C90-F448-4F5C-9CC4-263BA20281E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F29C88-7783-460F-BB34-6144FE96D038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8" name="Slide Number Placeholder 5">
            <a:extLst>
              <a:ext uri="{7FDFA4ED-E600-4E03-94F5-82CA342D8A2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D29A48-8351-418A-B7AF-714208C365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5</a:t>
            </a:r>
            <a:endParaRPr lang="en-US" dirty="0"/>
          </a:p>
        </p:txBody>
      </p:sp>
      <p:sp>
        <p:nvSpPr>
          <p:cNvPr id="9" name="Footer Placeholder 1">
            <a:extLst>
              <a:ext uri="{D81A1D60-7475-4720-AE6D-0294D3A196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79B134-3E86-4A55-9E3F-7900BA76C7C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10" name="Report figure" descr="Figure extraite du rapport de Mohamed Imem Hamdi">
            <a:extLst>
              <a:ext uri="{588CF4E4-C951-4244-84F0-7F0B467273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284E4F2-317A-4CFB-A885-32CAD87D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C7F5DC2C-54E2-4632-B9D9-8270580A93D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port figure" descr="Figure extraite du rapport de Mohamed Imem Hamdi">
            <a:extLst>
              <a:ext uri="{7F0F0F3C-EB43-415B-97F0-F763914D129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4CA206B-26A6-4EA9-8EFE-2F34DDE27D66}"/>
              </a:ext>
            </a:extLst>
          </p:cNvPr>
          <p:cNvPicPr>
            <a:picLocks noGrp="1"/>
          </p:cNvPicPr>
          <p:nvPr>
            <p:ph type="pic"/>
          </p:nvPr>
        </p:nvPicPr>
        <p:blipFill>
          <a:blip r:embed="rId3"/>
          <a:stretch>
            <a:fillRect/>
          </a:stretch>
        </p:blipFill>
        <p:spPr>
          <a:xfrm>
            <a:off x="3931920" y="975836"/>
            <a:ext cx="4983480" cy="2803208"/>
          </a:xfrm>
          <a:prstGeom prst="rect">
            <a:avLst/>
          </a:prstGeom>
          <a:noFill/>
        </p:spPr>
      </p:pic>
      <p:sp>
        <p:nvSpPr>
          <p:cNvPr id="3" name="Title 7">
            <a:extLst>
              <a:ext uri="{236247EE-F239-40EA-A785-6143B85E638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D175F7-05BC-490A-9E7F-719C5E6C2AB4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-381000" y="2380559"/>
            <a:ext cx="4267200" cy="1029391"/>
          </a:xfrm>
        </p:spPr>
        <p:txBody>
          <a:bodyPr rtlCol="0"/>
          <a:lstStyle/>
          <a:p>
            <a:r>
              <a:rPr lang="fr-FR" sz="3200" b="1" cap="all">
                <a:solidFill>
                  <a:schemeClr val="tx1">
                    <a:lumMod val="50000"/>
                  </a:schemeClr>
                </a:solidFill>
                <a:latin typeface="Alegreya"/>
              </a:rPr>
              <a:t>Contexte du projet</a:t>
            </a:r>
          </a:p>
        </p:txBody>
      </p:sp>
      <p:sp>
        <p:nvSpPr>
          <p:cNvPr id="4" name="Date Placeholder 1">
            <a:extLst>
              <a:ext uri="{C50D0945-E42C-42E6-8427-769B08FC23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85C7A2-3A2F-4F7D-AC00-62F7290B3745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5" name="Slide Number Placeholder 5">
            <a:extLst>
              <a:ext uri="{7BCCDDAD-E71E-4FE1-8C58-3B7EA0777B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274AE7-F0F0-47AF-AEDE-F6EED51725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6</a:t>
            </a:r>
            <a:endParaRPr lang="en-US" dirty="0"/>
          </a:p>
        </p:txBody>
      </p:sp>
      <p:sp>
        <p:nvSpPr>
          <p:cNvPr id="6" name="Footer Placeholder 1">
            <a:extLst>
              <a:ext uri="{C4A00E65-BABF-48A3-8BDE-CE651B929D5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341A32-3D8F-4ECB-A76E-9EEAD643D6D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7" name="Report figure" descr="Figure extraite du rapport de Mohamed Imem Hamdi">
            <a:extLst>
              <a:ext uri="{653AD8BC-24C9-4958-9A07-238B4D29D3F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0BB6612-F2CC-4FFD-A241-7D2EF2B75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7FD3BBF1-82BD-446F-AA35-94C1DFE8CC0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C5507FE-0184-4511-94C9-A718819268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D16604-CA22-422E-923A-F5AE9C697E83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 sz="4000"/>
              <a:t>Description du projet</a:t>
            </a:r>
          </a:p>
        </p:txBody>
      </p:sp>
      <p:sp>
        <p:nvSpPr>
          <p:cNvPr id="3" name="Text Placeholder 7">
            <a:extLst>
              <a:ext uri="{2F3B699C-BA6C-4A9F-A758-B04CF9C595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3BE355-31F8-4376-922D-3126F930B1A6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4087368" y="1682496"/>
            <a:ext cx="4709160" cy="2651760"/>
          </a:xfrm>
        </p:spPr>
        <p:txBody>
          <a:bodyPr rtlCol="0"/>
          <a:lstStyle/>
          <a:p>
            <a:pPr algn="l">
              <a:lnSpc>
                <a:spcPct val="90000"/>
              </a:lnSpc>
            </a:pPr>
            <a:r>
              <a:rPr lang="fr-FR" sz="1800" b="0">
                <a:latin typeface="Söhne"/>
              </a:rPr>
              <a:t>Un système centralisé de supervision de capteurs pour CST.</a:t>
            </a:r>
          </a:p>
          <a:p>
            <a:pPr marL="342900" indent="-342900" algn="l">
              <a:lnSpc>
                <a:spcPct val="90000"/>
              </a:lnSpc>
              <a:buFont typeface="Arial"/>
              <a:buChar char="•"/>
            </a:pPr>
            <a:r>
              <a:rPr lang="fr-FR" sz="1800" b="0">
                <a:latin typeface="Söhne"/>
              </a:rPr>
              <a:t>Configurer les utilisateurs, les sites, les équipements et les sondes.</a:t>
            </a:r>
          </a:p>
          <a:p>
            <a:pPr marL="342900" indent="-342900" algn="l">
              <a:lnSpc>
                <a:spcPct val="90000"/>
              </a:lnSpc>
              <a:buFont typeface="Arial"/>
              <a:buChar char="•"/>
            </a:pPr>
            <a:r>
              <a:rPr lang="fr-FR" sz="1800" b="0">
                <a:latin typeface="Söhne"/>
              </a:rPr>
              <a:t>Consulter les cartes, les mesures, les historiques et les alertes.</a:t>
            </a:r>
          </a:p>
        </p:txBody>
      </p:sp>
      <p:pic>
        <p:nvPicPr>
          <p:cNvPr id="4" name="Picture Placeholder 13">
            <a:extLst>
              <a:ext uri="{A1DC180C-E1F6-4582-A736-C0C271C459F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2E26D9-E965-4D4A-A7FC-09898BEAB72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1108524" y="330993"/>
            <a:ext cx="390491" cy="383400"/>
          </a:xfrm>
          <a:noFill/>
        </p:spPr>
      </p:pic>
      <p:sp>
        <p:nvSpPr>
          <p:cNvPr id="5" name="Date Placeholder 1">
            <a:extLst>
              <a:ext uri="{213F0DDE-DE86-49A4-BB90-EBD602032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6C4837-CD8E-49D7-A14A-96D55F9E19C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6" name="Slide Number Placeholder 5">
            <a:extLst>
              <a:ext uri="{28552352-A19F-41CA-9328-7DF3649D4F7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87E8903-AD71-4A34-B16C-7A363F01D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7</a:t>
            </a:r>
            <a:endParaRPr lang="en-US" dirty="0"/>
          </a:p>
        </p:txBody>
      </p:sp>
      <p:sp>
        <p:nvSpPr>
          <p:cNvPr id="7" name="Footer Placeholder 1">
            <a:extLst>
              <a:ext uri="{6E61554B-5AFA-4B44-BA32-478BD227CF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9D2D45-DC3A-41CD-B635-03A4589B78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8" name="Report figure" descr="Figure extraite du rapport de Mohamed Imem Hamdi">
            <a:extLst>
              <a:ext uri="{E722281B-8061-4504-9070-D4AA1E43DC1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BB2CF8-4FD7-4A86-A677-D6B92B5B8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" y="1920240"/>
            <a:ext cx="3413760" cy="1920240"/>
          </a:xfrm>
          <a:prstGeom prst="rect">
            <a:avLst/>
          </a:prstGeom>
          <a:noFill/>
          <a:effectLst>
            <a:outerShdw blurRad="50800" dist="95250" dir="2700000">
              <a:srgbClr val="3F3F3F">
                <a:alpha val="39999"/>
              </a:srgbClr>
            </a:outerShdw>
            <a:reflection stA="48000" endPos="35000" sy="-100000" algn="bl" rotWithShape="0"/>
          </a:effectLst>
        </p:spPr>
      </p:pic>
      <p:pic>
        <p:nvPicPr>
          <p:cNvPr id="9" name="Report figure" descr="Figure extraite du rapport de Mohamed Imem Hamdi">
            <a:extLst>
              <a:ext uri="{98922D8E-4D9B-4EFC-91B5-FAEE1BB12D2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2272AC6-784A-425E-AFA2-497D6B56F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4FDBCEB2-3E4E-419A-B335-D7A599693B1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4B62315-2D94-4560-B15C-BA1F167B9F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BD357A7-0F07-4D2A-94A7-46720D323C47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 sz="4000"/>
              <a:t>Problématique</a:t>
            </a:r>
          </a:p>
        </p:txBody>
      </p:sp>
      <p:sp>
        <p:nvSpPr>
          <p:cNvPr id="3" name="Text Placeholder 7">
            <a:extLst>
              <a:ext uri="{2F32013E-6E2D-4EBA-B951-E4FD5FA899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5AEB72E-D716-49B7-9B41-E1B54A50DFFD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3849624" y="1554480"/>
            <a:ext cx="4937760" cy="2971800"/>
          </a:xfrm>
        </p:spPr>
        <p:txBody>
          <a:bodyPr rtlCol="0"/>
          <a:lstStyle/>
          <a:p>
            <a:pPr marL="342900" indent="-342900" algn="l">
              <a:lnSpc>
                <a:spcPct val="75000"/>
              </a:lnSpc>
              <a:buFont typeface="Arial"/>
              <a:buChar char="•"/>
            </a:pPr>
            <a:r>
              <a:rPr lang="fr-FR" sz="1800">
                <a:latin typeface="Söhne"/>
              </a:rPr>
              <a:t>Contexte de supervision fragmenté.</a:t>
            </a:r>
          </a:p>
          <a:p>
            <a:pPr marL="342900" indent="-342900" algn="l">
              <a:lnSpc>
                <a:spcPct val="75000"/>
              </a:lnSpc>
              <a:buFont typeface="Arial"/>
              <a:buChar char="•"/>
            </a:pPr>
            <a:r>
              <a:rPr lang="fr-FR" sz="1800">
                <a:latin typeface="Söhne"/>
              </a:rPr>
              <a:t>Hiérarchie et affectations à fiabiliser.</a:t>
            </a:r>
          </a:p>
          <a:p>
            <a:pPr marL="342900" indent="-342900" algn="l">
              <a:lnSpc>
                <a:spcPct val="75000"/>
              </a:lnSpc>
              <a:buFont typeface="Arial"/>
              <a:buChar char="•"/>
            </a:pPr>
            <a:r>
              <a:rPr lang="fr-FR" sz="1800">
                <a:latin typeface="Söhne"/>
              </a:rPr>
              <a:t>Valeurs brutes difficiles à interpréter.</a:t>
            </a:r>
          </a:p>
          <a:p>
            <a:pPr marL="342900" indent="-342900" algn="l">
              <a:lnSpc>
                <a:spcPct val="75000"/>
              </a:lnSpc>
              <a:buFont typeface="Arial"/>
              <a:buChar char="•"/>
            </a:pPr>
            <a:r>
              <a:rPr lang="fr-FR" sz="1800">
                <a:latin typeface="Söhne"/>
              </a:rPr>
              <a:t>Configuration et mesures à corréler.</a:t>
            </a:r>
          </a:p>
          <a:p>
            <a:pPr marL="342900" indent="-342900" algn="l">
              <a:lnSpc>
                <a:spcPct val="75000"/>
              </a:lnSpc>
              <a:buFont typeface="Arial"/>
              <a:buChar char="•"/>
            </a:pPr>
            <a:r>
              <a:rPr lang="fr-FR" sz="1800">
                <a:latin typeface="Söhne"/>
              </a:rPr>
              <a:t>Validation et déploiement à compléter.</a:t>
            </a:r>
          </a:p>
        </p:txBody>
      </p:sp>
      <p:pic>
        <p:nvPicPr>
          <p:cNvPr id="4" name="Picture Placeholder 13">
            <a:extLst>
              <a:ext uri="{76DDFAFA-613E-42A0-9DAD-A7845B8108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F97ADC-21D2-4842-8D64-364F45B56CE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1108524" y="330993"/>
            <a:ext cx="390491" cy="383400"/>
          </a:xfrm>
          <a:noFill/>
        </p:spPr>
      </p:pic>
      <p:sp>
        <p:nvSpPr>
          <p:cNvPr id="5" name="Date Placeholder 1">
            <a:extLst>
              <a:ext uri="{7343BD46-4137-4EBD-9766-BDE43ED18A1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557419-BF13-449D-8D57-E52F61C6467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6" name="Slide Number Placeholder 5">
            <a:extLst>
              <a:ext uri="{CB595E9B-9315-4741-B422-79D2EB9C2A1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76B902-5810-4C5C-883A-981774AAA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8</a:t>
            </a:r>
            <a:endParaRPr lang="en-US" dirty="0"/>
          </a:p>
        </p:txBody>
      </p:sp>
      <p:sp>
        <p:nvSpPr>
          <p:cNvPr id="7" name="Footer Placeholder 1">
            <a:extLst>
              <a:ext uri="{9BD8F431-FB71-478C-8E14-CFBB6BD6DC1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7131742-73BC-43EA-AFCF-D52AB62ADA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8" name="Picture 7">
            <a:extLst>
              <a:ext uri="{0B0FD7A5-0AE6-4BC3-BFA2-FD0A51AAA94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845FE6-7E85-4E43-A5DB-6AFE37D87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5" y="1894151"/>
            <a:ext cx="2143125" cy="2143125"/>
          </a:xfrm>
          <a:prstGeom prst="rect">
            <a:avLst/>
          </a:prstGeom>
          <a:noFill/>
          <a:effectLst>
            <a:outerShdw blurRad="50800" dist="95250" dir="2700000">
              <a:srgbClr val="3F3F3F">
                <a:alpha val="39999"/>
              </a:srgbClr>
            </a:outerShdw>
            <a:reflection stA="48000" endPos="35000" sy="-100000" algn="bl" rotWithShape="0"/>
          </a:effectLst>
        </p:spPr>
      </p:pic>
      <p:pic>
        <p:nvPicPr>
          <p:cNvPr id="9" name="Report figure" descr="Figure extraite du rapport de Mohamed Imem Hamdi">
            <a:extLst>
              <a:ext uri="{094E90BF-EB1D-4A1B-92BE-4AFEA139C7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2F672E5-5AE9-4B8C-8306-350312DBC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6533CFA8-AA43-45E9-B20C-FBF6AFCC884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6E06C0F-B1A4-4F78-A524-5AC25AAD1C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E6EC0A-2F22-40CA-BFC9-C8ABC435A71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vert="horz" rtlCol="0">
            <a:normAutofit lnSpcReduction="10000"/>
          </a:bodyPr>
          <a:lstStyle/>
          <a:p>
            <a:r>
              <a:rPr lang="fr-FR"/>
              <a:t>Valeur ajoutée</a:t>
            </a:r>
          </a:p>
        </p:txBody>
      </p:sp>
      <p:sp>
        <p:nvSpPr>
          <p:cNvPr id="3" name="Text Placeholder 4">
            <a:extLst>
              <a:ext uri="{118823E3-F470-4E90-982B-666FA49D593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DE43688-62A4-473D-9ED6-1451A444E0A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350283" y="1818808"/>
            <a:ext cx="4803295" cy="568604"/>
          </a:xfrm>
        </p:spPr>
        <p:txBody>
          <a:bodyPr rtlCol="0"/>
          <a:lstStyle/>
          <a:p>
            <a:r>
              <a:rPr lang="fr-FR" sz="2300"/>
              <a:t>Configuration centralisée des équipements</a:t>
            </a:r>
          </a:p>
        </p:txBody>
      </p:sp>
      <p:sp>
        <p:nvSpPr>
          <p:cNvPr id="4" name="Text Placeholder 6">
            <a:extLst>
              <a:ext uri="{AC06828B-327F-409D-B972-B58FF6B253C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4E9C092-1B3B-448A-ABA8-C51ECF5A5F4E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350283" y="2788615"/>
            <a:ext cx="4077891" cy="568602"/>
          </a:xfrm>
        </p:spPr>
        <p:txBody>
          <a:bodyPr rtlCol="0"/>
          <a:lstStyle/>
          <a:p>
            <a:r>
              <a:rPr lang="fr-FR" sz="2300"/>
              <a:t>Mesures reliées à leur contexte</a:t>
            </a:r>
          </a:p>
        </p:txBody>
      </p:sp>
      <p:sp>
        <p:nvSpPr>
          <p:cNvPr id="5" name="Text Placeholder 8">
            <a:extLst>
              <a:ext uri="{375CB50A-9C29-401B-93CA-1D9B2D57DCA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D7FAC9F-C339-4EB6-971F-DC9C38AA9EE8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1350283" y="3705225"/>
            <a:ext cx="5197430" cy="568604"/>
          </a:xfrm>
        </p:spPr>
        <p:txBody>
          <a:bodyPr rtlCol="0"/>
          <a:lstStyle/>
          <a:p>
            <a:r>
              <a:rPr lang="fr-FR" sz="2300"/>
              <a:t>Consultation des cartes, jauges et alertes</a:t>
            </a:r>
          </a:p>
        </p:txBody>
      </p:sp>
      <p:sp>
        <p:nvSpPr>
          <p:cNvPr id="6" name="Date Placeholder 1">
            <a:extLst>
              <a:ext uri="{8DA84554-C25F-4B65-96D5-481D706B10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3C2A50D-60CE-4ED6-9FFF-91F94E5B118D}"/>
              </a:ext>
            </a:extLst>
          </p:cNvPr>
          <p:cNvSpPr>
            <a:spLocks noGrp="1"/>
          </p:cNvSpPr>
          <p:nvPr>
            <p:ph type="dt" sz="half" idx="9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7" name="Slide Number Placeholder 5">
            <a:extLst>
              <a:ext uri="{70F9CD16-B52D-491D-9C95-647A910CDDA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8771E4C-4EA7-465D-8C10-449C697E936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9</a:t>
            </a:r>
            <a:endParaRPr lang="en-US" dirty="0"/>
          </a:p>
        </p:txBody>
      </p:sp>
      <p:sp>
        <p:nvSpPr>
          <p:cNvPr id="8" name="Footer Placeholder 1">
            <a:extLst>
              <a:ext uri="{274F0F74-9868-45A7-B974-53AC82164F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2B72E3-99C6-4CC2-AF94-156C9B63A0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9" name="Picture 8">
            <a:extLst>
              <a:ext uri="{E1651893-0914-447F-9049-D9FBC881E6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DA6595E-A846-4FB9-AB59-C96F85601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3636311"/>
            <a:ext cx="1228677" cy="69680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C172D075-3391-4E50-88DC-F4222C62A6A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40DA39A-503B-44B9-A44E-5C750900F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475"/>
            <a:ext cx="1321765" cy="1321765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857B1AFB-67E4-409F-8711-E6A77B51C04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2990EAB-CDF6-4EA2-B54A-2DD855777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26" y="1441618"/>
            <a:ext cx="851639" cy="851639"/>
          </a:xfrm>
          <a:prstGeom prst="rect">
            <a:avLst/>
          </a:prstGeom>
          <a:noFill/>
        </p:spPr>
      </p:pic>
      <p:pic>
        <p:nvPicPr>
          <p:cNvPr id="12" name="Report figure" descr="Figure extraite du rapport de Mohamed Imem Hamdi">
            <a:extLst>
              <a:ext uri="{5FEDEF41-EA07-434B-BF94-223C8C182A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CE71B1-BECA-43F4-8530-C971E6EDF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572CA5CF-0B29-4319-89E5-87FD11D209AE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E2F20B3D-D21D-44F0-B0AB-919F90F721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B20B3F-ACEB-4134-9505-F70C9D1E435A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5" y="205901"/>
            <a:ext cx="7290196" cy="646418"/>
          </a:xfrm>
        </p:spPr>
        <p:txBody>
          <a:bodyPr rtlCol="0"/>
          <a:lstStyle/>
          <a:p>
            <a:r>
              <a:rPr lang="fr-FR" err="1"/>
              <a:t>Étude de l’existant</a:t>
            </a:r>
          </a:p>
        </p:txBody>
      </p:sp>
      <p:sp>
        <p:nvSpPr>
          <p:cNvPr id="3" name="Slide Number Placeholder 5">
            <a:extLst>
              <a:ext uri="{13A59DE9-9E7A-41D5-B074-A5A294D75D8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80B20A-4079-40B7-BBA4-F5562E75F2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10</a:t>
            </a:r>
            <a:endParaRPr lang="en-US" dirty="0"/>
          </a:p>
        </p:txBody>
      </p:sp>
      <p:sp>
        <p:nvSpPr>
          <p:cNvPr id="4" name="Date Placeholder 1">
            <a:extLst>
              <a:ext uri="{D2923A13-60EC-44BF-9CBC-3BE6366BF9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018747-096C-445C-9DFA-7C5EA8088B68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C8E3AF05-5523-4F5A-B0DD-88E3C2B79D5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188EF56-09AC-4111-B0CB-B5A4964D211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graphicFrame>
        <p:nvGraphicFramePr>
          <p:cNvPr id="6" name="Table 5">
            <a:extLst>
              <a:ext uri="{0A89FAF2-9A95-4D6E-A506-17419132DB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C18FAB-DA0F-4A5C-AC2C-7F13B9D49722}"/>
              </a:ext>
            </a:extLst>
          </p:cNvPr>
          <p:cNvGraphicFramePr/>
          <p:nvPr/>
        </p:nvGraphicFramePr>
        <p:xfrm>
          <a:off x="971483" y="1358703"/>
          <a:ext cx="7204976" cy="3520966"/>
        </p:xfrm>
        <a:graphic>
          <a:graphicData uri="http://schemas.openxmlformats.org/drawingml/2006/table">
            <a:tbl>
              <a:tblPr firstRow="1" bandRow="1">
                <a:tableStyleId>{E015A476-CBD8-4FBB-BAFC-373ED0A33327}</a:tableStyleId>
              </a:tblPr>
              <a:tblGrid>
                <a:gridCol w="1801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816"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latin typeface="Dosis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chemeClr val="tx1"/>
                          </a:solidFill>
                          <a:latin typeface="Dosis"/>
                        </a:rPr>
                        <a:t>Situation initiale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chemeClr val="tx1"/>
                          </a:solidFill>
                          <a:latin typeface="Dosis"/>
                        </a:rPr>
                        <a:t>Limite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chemeClr val="tx1"/>
                          </a:solidFill>
                          <a:latin typeface="Dosis"/>
                        </a:rPr>
                        <a:t>Réponse CST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016"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solidFill>
                            <a:schemeClr val="tx1"/>
                          </a:solidFill>
                          <a:latin typeface="Dosis"/>
                        </a:rPr>
                        <a:t>Contexte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Données séparées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Liens manuels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API et client unifiés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267"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Hiérarchie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Sites et équipements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Affectations fragiles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Entités et validations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558"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solidFill>
                            <a:schemeClr val="tx1"/>
                          </a:solidFill>
                          <a:latin typeface="Dosis"/>
                        </a:rPr>
                        <a:t>Mesures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Données par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Sens à reconstituer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JSONB + 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93"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solidFill>
                            <a:schemeClr val="tx1"/>
                          </a:solidFill>
                          <a:latin typeface="Dosis"/>
                        </a:rPr>
                        <a:t>Consultation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Vues dispersées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Contexte incomplet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Cartes, jauges, alertes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494"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solidFill>
                            <a:schemeClr val="tx1"/>
                          </a:solidFill>
                          <a:latin typeface="Dosis"/>
                        </a:rPr>
                        <a:t>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Interprétation manuelle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Preuves à compléter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Dosis"/>
                        </a:rPr>
                        <a:t>CI/CD proposée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2" name="Report figure" descr="Figure extraite du rapport de Mohamed Imem Hamdi">
            <a:extLst>
              <a:ext uri="{DB4E024F-0CED-4D54-B7C7-885F3AF64D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21DD4D-78D9-4DEF-A2FD-282FCBC5E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A520A61F-9C7A-4794-BF2F-73BFBDAAE0E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port figure" descr="Figure extraite du rapport de Mohamed Imem Hamdi">
            <a:extLst>
              <a:ext uri="{B8B873E7-5BE6-4BE7-89E6-FE73211E32A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CF145F-D06D-4FAA-AEA8-B47287079184}"/>
              </a:ext>
            </a:extLst>
          </p:cNvPr>
          <p:cNvPicPr>
            <a:picLocks noGrp="1"/>
          </p:cNvPicPr>
          <p:nvPr>
            <p:ph type="pic"/>
          </p:nvPr>
        </p:nvPicPr>
        <p:blipFill>
          <a:blip r:embed="rId3"/>
          <a:stretch>
            <a:fillRect/>
          </a:stretch>
        </p:blipFill>
        <p:spPr>
          <a:xfrm>
            <a:off x="3931920" y="975836"/>
            <a:ext cx="4983480" cy="2803208"/>
          </a:xfrm>
          <a:prstGeom prst="rect">
            <a:avLst/>
          </a:prstGeom>
          <a:noFill/>
        </p:spPr>
      </p:pic>
      <p:sp>
        <p:nvSpPr>
          <p:cNvPr id="3" name="Title 7">
            <a:extLst>
              <a:ext uri="{A22D7355-3EF5-4E1C-A7AE-748850E8C5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516DB3D-A14F-4647-B9D4-C4A9E11ACCA1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-515683" y="2076621"/>
            <a:ext cx="5276850" cy="991981"/>
          </a:xfrm>
        </p:spPr>
        <p:txBody>
          <a:bodyPr rtlCol="0"/>
          <a:lstStyle/>
          <a:p>
            <a:r>
              <a:rPr lang="fr-FR" sz="3200" b="1" cap="all">
                <a:solidFill>
                  <a:schemeClr val="tx1">
                    <a:lumMod val="50000"/>
                  </a:schemeClr>
                </a:solidFill>
                <a:latin typeface="Alegreya"/>
              </a:rPr>
              <a:t>Spécification</a:t>
            </a:r>
          </a:p>
          <a:p>
            <a:r>
              <a:rPr lang="fr-FR" sz="3200" b="1" cap="all">
                <a:solidFill>
                  <a:schemeClr val="tx1">
                    <a:lumMod val="50000"/>
                  </a:schemeClr>
                </a:solidFill>
                <a:latin typeface="Alegreya"/>
              </a:rPr>
              <a:t>des besoins</a:t>
            </a:r>
          </a:p>
        </p:txBody>
      </p:sp>
      <p:sp>
        <p:nvSpPr>
          <p:cNvPr id="4" name="Date Placeholder 1">
            <a:extLst>
              <a:ext uri="{5B667C24-9E55-4422-9274-825D4EAB528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96C9F23-E50A-4896-AE9C-704EF0CD7AD2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5" name="Slide Number Placeholder 5">
            <a:extLst>
              <a:ext uri="{3D02E775-F8D9-4057-935F-FE22C05E496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BAD624-C600-46BC-AB18-5D31E80C9B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11</a:t>
            </a:r>
            <a:endParaRPr lang="en-US" dirty="0"/>
          </a:p>
        </p:txBody>
      </p:sp>
      <p:sp>
        <p:nvSpPr>
          <p:cNvPr id="6" name="Footer Placeholder 1">
            <a:extLst>
              <a:ext uri="{1405507F-D22D-42F8-B76F-EE49A790BB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6FEAB1-ECD9-4336-A931-00FD879190B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7" name="Report figure" descr="Figure extraite du rapport de Mohamed Imem Hamdi">
            <a:extLst>
              <a:ext uri="{1D47CAE3-109D-4740-83F1-9E2309285D9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26F843-738C-4230-B9D1-5BF7B3A00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2670A78D-2649-4E46-9ABD-B0E933B3848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734B9F88-2DB3-48E9-960C-FBE1EC7B0AD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BE3E85-AA9D-474A-B3CD-78027CA6FE49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fr-FR"/>
              <a:t>Acteurs et accès</a:t>
            </a:r>
          </a:p>
        </p:txBody>
      </p:sp>
      <p:pic>
        <p:nvPicPr>
          <p:cNvPr id="3" name="Picture Placeholder 6">
            <a:extLst>
              <a:ext uri="{568076BE-7639-46DA-B08F-638074550D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B84939-4A2C-4226-A9C3-EBD458E24D51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3"/>
          <a:srcRect l="-426" r="-426"/>
          <a:stretch>
            <a:fillRect/>
          </a:stretch>
        </p:blipFill>
        <p:spPr>
          <a:xfrm>
            <a:off x="1115615" y="1164040"/>
            <a:ext cx="1651571" cy="1637633"/>
          </a:xfrm>
          <a:prstGeom prst="ellipse">
            <a:avLst/>
          </a:prstGeom>
          <a:noFill/>
        </p:spPr>
      </p:pic>
      <p:pic>
        <p:nvPicPr>
          <p:cNvPr id="4" name="Picture Placeholder 7">
            <a:extLst>
              <a:ext uri="{5B12F292-2CC7-4BB1-A8FB-BDCD6232287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21C991D-DB7C-4015-9AD3-5CC5D0D2B57C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4"/>
          <a:srcRect l="-426" r="-426"/>
          <a:stretch>
            <a:fillRect/>
          </a:stretch>
        </p:blipFill>
        <p:spPr>
          <a:xfrm>
            <a:off x="3934930" y="1164040"/>
            <a:ext cx="1651571" cy="1637633"/>
          </a:xfrm>
          <a:prstGeom prst="ellipse">
            <a:avLst/>
          </a:prstGeom>
          <a:noFill/>
        </p:spPr>
      </p:pic>
      <p:sp>
        <p:nvSpPr>
          <p:cNvPr id="5" name="Text Placeholder 9">
            <a:extLst>
              <a:ext uri="{FBC1408E-4DCF-426A-9A74-4996FF81EA6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BE0A58-AB51-46DB-91BA-29E9AFC881A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rtlCol="0"/>
          <a:lstStyle/>
          <a:p>
            <a:r>
              <a:rPr lang="fr-FR" sz="1300"/>
              <a:t>Administrateur</a:t>
            </a:r>
          </a:p>
        </p:txBody>
      </p:sp>
      <p:sp>
        <p:nvSpPr>
          <p:cNvPr id="6" name="Text Placeholder 10">
            <a:extLst>
              <a:ext uri="{9A35407F-C7C4-42D8-A2B9-C2D4B558C8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6117387-D187-4E86-A2E1-44C6EBDAF21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043173" y="2240622"/>
            <a:ext cx="1095375" cy="1097013"/>
          </a:xfrm>
        </p:spPr>
        <p:txBody>
          <a:bodyPr rtlCol="0"/>
          <a:lstStyle/>
          <a:p>
            <a:r>
              <a:rPr lang="fr-FR" sz="1300"/>
              <a:t>Utilisateur</a:t>
            </a:r>
          </a:p>
          <a:p>
            <a:r>
              <a:rPr lang="fr-FR" sz="1300"/>
              <a:t>autorisé</a:t>
            </a:r>
          </a:p>
        </p:txBody>
      </p:sp>
      <p:pic>
        <p:nvPicPr>
          <p:cNvPr id="7" name="Picture Placeholder 8">
            <a:extLst>
              <a:ext uri="{5BD5E6B8-38CA-4B17-BAB8-F8304A929D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336EF3-DE43-4033-B824-546A8A621ECE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5"/>
          <a:srcRect l="-12718" r="-12718"/>
          <a:stretch>
            <a:fillRect/>
          </a:stretch>
        </p:blipFill>
        <p:spPr>
          <a:xfrm>
            <a:off x="6754244" y="1164040"/>
            <a:ext cx="1651571" cy="1637633"/>
          </a:xfrm>
          <a:prstGeom prst="ellipse">
            <a:avLst/>
          </a:prstGeom>
          <a:noFill/>
        </p:spPr>
      </p:pic>
      <p:sp>
        <p:nvSpPr>
          <p:cNvPr id="8" name="Text Placeholder 11">
            <a:extLst>
              <a:ext uri="{E7332C1C-4C82-408A-8F45-28CEF764C7A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032205-5376-4A72-8140-E94B2D5FBDD2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rtlCol="0"/>
          <a:lstStyle/>
          <a:p>
            <a:r>
              <a:rPr lang="fr-FR" sz="1300"/>
              <a:t>Accès</a:t>
            </a:r>
          </a:p>
          <a:p>
            <a:r>
              <a:rPr lang="fr-FR" sz="1300"/>
              <a:t>par rôle</a:t>
            </a:r>
          </a:p>
        </p:txBody>
      </p:sp>
      <p:sp>
        <p:nvSpPr>
          <p:cNvPr id="9" name="Slide Number Placeholder 5">
            <a:extLst>
              <a:ext uri="{E9AB3C72-E1DD-459B-BDDF-7A66A600655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5197558-9118-4096-B3AD-D03B2BA7073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55983" y="4505845"/>
            <a:ext cx="389426" cy="21330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12</a:t>
            </a:r>
            <a:endParaRPr lang="en-US" dirty="0"/>
          </a:p>
        </p:txBody>
      </p:sp>
      <p:pic>
        <p:nvPicPr>
          <p:cNvPr id="10" name="Report figure" descr="Figure extraite du rapport de Mohamed Imem Hamdi">
            <a:extLst>
              <a:ext uri="{4BAF9B1F-89E3-4A6C-BDEC-7DB56B4917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487EAE-6B78-4C33-8AA1-EAE76A24E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sp>
        <p:nvSpPr>
          <p:cNvPr id="101" name="Report text 101"/>
          <p:cNvSpPr txBox="1"/>
          <p:nvPr/>
        </p:nvSpPr>
        <p:spPr>
          <a:xfrm>
            <a:off x="1097280" y="3520440"/>
            <a:ext cx="2194560" cy="640080"/>
          </a:xfrm>
        </p:spPr>
        <p:txBody>
          <a:bodyPr wrap="square" lIns="0" rIns="0" tIns="0" bIns="0"/>
          <a:lstStyle/>
          <a:p>
            <a:r>
              <a:rPr lang="fr-FR" sz="1600">
                <a:solidFill>
                  <a:srgbClr val="44546A"/>
                </a:solidFill>
                <a:latin typeface="Dosis"/>
              </a:rPr>
              <a:t>Configuration</a:t>
            </a:r>
          </a:p>
          <a:p>
            <a:r>
              <a:rPr lang="fr-FR" sz="1600">
                <a:solidFill>
                  <a:srgbClr val="44546A"/>
                </a:solidFill>
                <a:latin typeface="Dosis"/>
              </a:rPr>
              <a:t>et gestion</a:t>
            </a:r>
          </a:p>
        </p:txBody>
      </p:sp>
      <p:sp>
        <p:nvSpPr>
          <p:cNvPr id="102" name="Report text 102"/>
          <p:cNvSpPr txBox="1"/>
          <p:nvPr/>
        </p:nvSpPr>
        <p:spPr>
          <a:xfrm>
            <a:off x="3886200" y="3520440"/>
            <a:ext cx="2194560" cy="640080"/>
          </a:xfrm>
        </p:spPr>
        <p:txBody>
          <a:bodyPr wrap="square" lIns="0" rIns="0" tIns="0" bIns="0"/>
          <a:lstStyle/>
          <a:p>
            <a:r>
              <a:rPr lang="fr-FR" sz="1600">
                <a:solidFill>
                  <a:srgbClr val="44546A"/>
                </a:solidFill>
                <a:latin typeface="Dosis"/>
              </a:rPr>
              <a:t>Consultation</a:t>
            </a:r>
          </a:p>
          <a:p>
            <a:r>
              <a:rPr lang="fr-FR" sz="1600">
                <a:solidFill>
                  <a:srgbClr val="44546A"/>
                </a:solidFill>
                <a:latin typeface="Dosis"/>
              </a:rPr>
              <a:t>de la supervision</a:t>
            </a:r>
          </a:p>
        </p:txBody>
      </p:sp>
      <p:sp>
        <p:nvSpPr>
          <p:cNvPr id="103" name="Report text 103"/>
          <p:cNvSpPr txBox="1"/>
          <p:nvPr/>
        </p:nvSpPr>
        <p:spPr>
          <a:xfrm>
            <a:off x="6537960" y="3520440"/>
            <a:ext cx="2423160" cy="640080"/>
          </a:xfrm>
        </p:spPr>
        <p:txBody>
          <a:bodyPr wrap="square" lIns="0" rIns="0" tIns="0" bIns="0"/>
          <a:lstStyle/>
          <a:p>
            <a:r>
              <a:rPr lang="fr-FR" sz="1600">
                <a:solidFill>
                  <a:srgbClr val="44546A"/>
                </a:solidFill>
                <a:latin typeface="Dosis"/>
              </a:rPr>
              <a:t>JWT et permissions</a:t>
            </a:r>
          </a:p>
          <a:p>
            <a:r>
              <a:rPr lang="fr-FR" sz="1600">
                <a:solidFill>
                  <a:srgbClr val="44546A"/>
                </a:solidFill>
                <a:latin typeface="Dosis"/>
              </a:rPr>
              <a:t>communs aux deux acteurs</a:t>
            </a:r>
          </a:p>
        </p:txBody>
      </p:sp>
    </p:spTree>
    <p:extLst>
      <p:ext uri="{A67E0FBF-6A47-4DA2-935E-2FED596EC0D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01" grpId="0"/>
      <p:bldP spid="6" grpId="0"/>
      <p:bldP spid="102" grpId="0"/>
      <p:bldP spid="8" grpId="0"/>
      <p:bldP spid="10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BE992D72-AE36-462B-B528-1EC94B8DC2D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1E1C9F-60F7-4B54-BACF-1EBBF0872AE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/>
              <a:t>Besoins fonctionnels</a:t>
            </a:r>
          </a:p>
        </p:txBody>
      </p:sp>
      <p:pic>
        <p:nvPicPr>
          <p:cNvPr id="3" name="Picture Placeholder 16">
            <a:extLst>
              <a:ext uri="{3F09FC88-FC3F-4090-A944-14B34BB824E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5D5CBF-5656-4FC4-AA2F-7113EE649AF4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587" b="587"/>
          <a:stretch>
            <a:fillRect/>
          </a:stretch>
        </p:blipFill>
        <p:spPr>
          <a:xfrm>
            <a:off x="1108524" y="330993"/>
            <a:ext cx="390491" cy="383400"/>
          </a:xfrm>
          <a:noFill/>
        </p:spPr>
      </p:pic>
      <p:sp>
        <p:nvSpPr>
          <p:cNvPr id="4" name="Date Placeholder 1">
            <a:extLst>
              <a:ext uri="{7EFE6A22-29B2-4636-9004-276099A9927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6DB2569-8395-4B41-AA9C-5A6B7DCB964E}"/>
              </a:ext>
            </a:extLst>
          </p:cNvPr>
          <p:cNvSpPr>
            <a:spLocks noGrp="1"/>
          </p:cNvSpPr>
          <p:nvPr>
            <p:ph type="dt" sz="half" idx="7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5" name="Slide Number Placeholder 5">
            <a:extLst>
              <a:ext uri="{6F897C82-0016-4FC6-B269-F3B48BB5686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68D784A-2DFA-462B-9676-830198941E2E}"/>
              </a:ext>
            </a:extLst>
          </p:cNvPr>
          <p:cNvSpPr>
            <a:spLocks noGrp="1"/>
          </p:cNvSpPr>
          <p:nvPr>
            <p:ph type="sldNum" sz="quarter" idx="6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13</a:t>
            </a:r>
            <a:endParaRPr lang="en-US" dirty="0"/>
          </a:p>
        </p:txBody>
      </p:sp>
      <p:sp>
        <p:nvSpPr>
          <p:cNvPr id="6" name="Footer Placeholder 1">
            <a:extLst>
              <a:ext uri="{E9162A8F-F74D-4B5B-A766-B491FF4BF4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3EF1151-9E5B-45B2-AB25-21069FE1F3E4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sp>
        <p:nvSpPr>
          <p:cNvPr id="7" name="TextBox 6">
            <a:extLst>
              <a:ext uri="{9031630D-3E34-4043-90B3-CCE135A0C30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A9C747-97D7-4259-AD62-795221200F37}"/>
              </a:ext>
            </a:extLst>
          </p:cNvPr>
          <p:cNvSpPr txBox="1"/>
          <p:nvPr/>
        </p:nvSpPr>
        <p:spPr>
          <a:xfrm>
            <a:off x="1499015" y="1828209"/>
            <a:ext cx="2975733" cy="316106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Authentification et rôles</a:t>
            </a:r>
          </a:p>
        </p:txBody>
      </p:sp>
      <p:sp>
        <p:nvSpPr>
          <p:cNvPr id="8" name="TextBox 7">
            <a:extLst>
              <a:ext uri="{0011E1C4-8168-495E-A3B5-8BBDD0229A8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47EC04-07E4-4EC9-8B08-C334FEC056D3}"/>
              </a:ext>
            </a:extLst>
          </p:cNvPr>
          <p:cNvSpPr txBox="1"/>
          <p:nvPr/>
        </p:nvSpPr>
        <p:spPr>
          <a:xfrm>
            <a:off x="1499015" y="2332348"/>
            <a:ext cx="1905000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Utilisateurs et profils</a:t>
            </a:r>
          </a:p>
        </p:txBody>
      </p:sp>
      <p:sp>
        <p:nvSpPr>
          <p:cNvPr id="9" name="TextBox 8">
            <a:extLst>
              <a:ext uri="{1165F087-1E65-4DA4-9040-10CD598FF24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6BB3F7-0F0A-48E5-971C-74A993C30E4F}"/>
              </a:ext>
            </a:extLst>
          </p:cNvPr>
          <p:cNvSpPr txBox="1"/>
          <p:nvPr/>
        </p:nvSpPr>
        <p:spPr>
          <a:xfrm>
            <a:off x="1499015" y="2828925"/>
            <a:ext cx="1905000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Sociétés et établissements</a:t>
            </a:r>
          </a:p>
        </p:txBody>
      </p:sp>
      <p:sp>
        <p:nvSpPr>
          <p:cNvPr id="10" name="TextBox 9">
            <a:extLst>
              <a:ext uri="{00497AFD-F774-4497-A1EB-02274227DC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C15528-1EEE-4BB8-A35A-7D9FAE66F8B1}"/>
              </a:ext>
            </a:extLst>
          </p:cNvPr>
          <p:cNvSpPr txBox="1"/>
          <p:nvPr/>
        </p:nvSpPr>
        <p:spPr>
          <a:xfrm>
            <a:off x="1499015" y="3324225"/>
            <a:ext cx="1905000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Entrepôts et salles</a:t>
            </a:r>
          </a:p>
        </p:txBody>
      </p:sp>
      <p:sp>
        <p:nvSpPr>
          <p:cNvPr id="11" name="TextBox 10">
            <a:extLst>
              <a:ext uri="{EF394B4B-C25E-4373-9B5D-061C1C29214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29B60E3-07E5-40B7-9CEC-5D49933AC8DF}"/>
              </a:ext>
            </a:extLst>
          </p:cNvPr>
          <p:cNvSpPr txBox="1"/>
          <p:nvPr/>
        </p:nvSpPr>
        <p:spPr>
          <a:xfrm>
            <a:off x="1499015" y="3819525"/>
            <a:ext cx="1905000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Équipements et sondes</a:t>
            </a:r>
          </a:p>
        </p:txBody>
      </p:sp>
      <p:sp>
        <p:nvSpPr>
          <p:cNvPr id="12" name="TextBox 11">
            <a:extLst>
              <a:ext uri="{1B05DA83-4A17-46AB-94F7-2D68EB2CF99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3FAC32-12FD-428E-9B66-A11F22F39134}"/>
              </a:ext>
            </a:extLst>
          </p:cNvPr>
          <p:cNvSpPr txBox="1"/>
          <p:nvPr/>
        </p:nvSpPr>
        <p:spPr>
          <a:xfrm>
            <a:off x="6053061" y="1837686"/>
            <a:ext cx="1905000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Types de mesure et seuils</a:t>
            </a:r>
          </a:p>
        </p:txBody>
      </p:sp>
      <p:sp>
        <p:nvSpPr>
          <p:cNvPr id="13" name="TextBox 12">
            <a:extLst>
              <a:ext uri="{3166398F-5BFE-4E6A-8BAA-FBC2556FDB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835823-6A32-4601-B045-3DC5300C1F62}"/>
              </a:ext>
            </a:extLst>
          </p:cNvPr>
          <p:cNvSpPr txBox="1"/>
          <p:nvPr/>
        </p:nvSpPr>
        <p:spPr>
          <a:xfrm>
            <a:off x="6024495" y="2382574"/>
            <a:ext cx="2220858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Affectation des sondes</a:t>
            </a:r>
          </a:p>
        </p:txBody>
      </p:sp>
      <p:sp>
        <p:nvSpPr>
          <p:cNvPr id="14" name="TextBox 13">
            <a:extLst>
              <a:ext uri="{3552050C-74C9-4B1C-AE49-F0DD24FC34E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32B9EAF-C80D-4B10-8177-858E629F20A9}"/>
              </a:ext>
            </a:extLst>
          </p:cNvPr>
          <p:cNvSpPr txBox="1"/>
          <p:nvPr/>
        </p:nvSpPr>
        <p:spPr>
          <a:xfrm>
            <a:off x="6033992" y="2847327"/>
            <a:ext cx="2481319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Cartes et géolocalisation</a:t>
            </a:r>
          </a:p>
        </p:txBody>
      </p:sp>
      <p:sp>
        <p:nvSpPr>
          <p:cNvPr id="15" name="TextBox 14">
            <a:extLst>
              <a:ext uri="{F468526D-0F76-44E2-A707-4A0631AF3D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BF997B0-73EF-4A1A-A95D-69826546E35B}"/>
              </a:ext>
            </a:extLst>
          </p:cNvPr>
          <p:cNvSpPr txBox="1"/>
          <p:nvPr/>
        </p:nvSpPr>
        <p:spPr>
          <a:xfrm>
            <a:off x="6053061" y="3324072"/>
            <a:ext cx="2481319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Mesures et historiques</a:t>
            </a:r>
          </a:p>
        </p:txBody>
      </p:sp>
      <p:sp>
        <p:nvSpPr>
          <p:cNvPr id="16" name="TextBox 15">
            <a:extLst>
              <a:ext uri="{4C23265F-0517-44A6-B7CE-3F35BF0EE6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6E50B8-B154-4DEF-9A8A-42A7FEFA12F4}"/>
              </a:ext>
            </a:extLst>
          </p:cNvPr>
          <p:cNvSpPr txBox="1"/>
          <p:nvPr/>
        </p:nvSpPr>
        <p:spPr>
          <a:xfrm>
            <a:off x="6053061" y="3800475"/>
            <a:ext cx="1905000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Analyses et alertes</a:t>
            </a:r>
          </a:p>
        </p:txBody>
      </p:sp>
      <p:sp>
        <p:nvSpPr>
          <p:cNvPr id="17" name="TextBox 16">
            <a:extLst>
              <a:ext uri="{6E6B35BB-B698-4919-BDA6-91378623329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D1600DC-8DAE-49D8-80F1-354118F79318}"/>
              </a:ext>
            </a:extLst>
          </p:cNvPr>
          <p:cNvSpPr txBox="1"/>
          <p:nvPr/>
        </p:nvSpPr>
        <p:spPr>
          <a:xfrm>
            <a:off x="3808218" y="4410075"/>
            <a:ext cx="1905000" cy="308552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Tableau de supervision</a:t>
            </a:r>
          </a:p>
        </p:txBody>
      </p:sp>
      <p:pic>
        <p:nvPicPr>
          <p:cNvPr id="18" name="Picture 17">
            <a:extLst>
              <a:ext uri="{7FFFB68E-0D1E-40CE-AC8C-08A8C2E1569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FF9687A-4066-4FED-9BA6-023C18B1D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097" y="4249016"/>
            <a:ext cx="432635" cy="432635"/>
          </a:xfrm>
          <a:prstGeom prst="rect">
            <a:avLst/>
          </a:prstGeom>
          <a:noFill/>
        </p:spPr>
      </p:pic>
      <p:pic>
        <p:nvPicPr>
          <p:cNvPr id="19" name="Picture 18">
            <a:extLst>
              <a:ext uri="{BDA466BE-0A76-4445-8957-4A4E6399B68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61CE0F-096A-4263-B317-D4D7092E702F}"/>
              </a:ext>
            </a:extLst>
          </p:cNvPr>
          <p:cNvPicPr>
            <a:picLocks noGrp="1" noChangeAspect="1"/>
          </p:cNvPicPr>
          <p:nvPr/>
        </p:nvPicPr>
        <p:blipFill>
          <a:blip r:embed="rId5"/>
          <a:srcRect l="-171925" r="-171925"/>
          <a:stretch>
            <a:fillRect/>
          </a:stretch>
        </p:blipFill>
        <p:spPr>
          <a:xfrm>
            <a:off x="-351605" y="2152650"/>
            <a:ext cx="3042237" cy="7327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26F2B7D6-A058-49F2-A26D-E6A6CC1CC67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454E63-E5BA-43C9-B27F-8DAAEBBFC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431" y="1716071"/>
            <a:ext cx="537438" cy="537438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C87BA7B8-0ABA-4284-9033-2D7A161EDAE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D46335-D1EE-411B-BF06-571F6302E0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37" y="2726312"/>
            <a:ext cx="589978" cy="58997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C4A0058C-805A-4447-BBA6-8D3469D10D3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3725A8-D53C-49CF-A9A6-D815FB2F45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146" y="3235537"/>
            <a:ext cx="553669" cy="553669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7B34682B-2309-4056-82CB-20A8884644B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FB74B1E-8CCB-432E-86BA-B26388809E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904446" y="3714750"/>
            <a:ext cx="483069" cy="483069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88D1520A-E05A-4201-8812-E891BF252D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BFD116C-E316-425C-8730-CD9CC4F54C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5468" y="1781175"/>
            <a:ext cx="453447" cy="453447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00A59921-3E30-46B6-890B-9EC84B8437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FBF9E2B-65F8-4F5C-9475-3CC33B2991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2917" y="2295525"/>
            <a:ext cx="533400" cy="533400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ED7CF7E6-6176-4842-80B3-D8294F7BA2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B368A7-90D0-45A6-AEC7-CD6F6AF487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0481" y="2696994"/>
            <a:ext cx="627230" cy="627230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6603708D-A968-4943-8250-6C25E1CF443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C38110-DA1A-470F-9987-AD7DD7D6C8D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8345" y="3291297"/>
            <a:ext cx="478631" cy="478631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93646B88-7450-4DE6-93AB-A4D7BDA1BF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4635A4-540B-412E-8C56-E52CA24890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0341" y="3775795"/>
            <a:ext cx="425738" cy="425738"/>
          </a:xfrm>
          <a:prstGeom prst="rect">
            <a:avLst/>
          </a:prstGeom>
          <a:noFill/>
        </p:spPr>
      </p:pic>
      <p:pic>
        <p:nvPicPr>
          <p:cNvPr id="29" name="Report figure" descr="Figure extraite du rapport de Mohamed Imem Hamdi">
            <a:extLst>
              <a:ext uri="{13BF4D65-F96C-4744-9BC8-D4AA5E7F26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6B9B16-FF26-4DEB-8948-8FB06058355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F19F4F20-AFC6-4D31-B3C1-6320CE70F64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5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DE18734C-EDFA-49E5-B643-36F19E2E3DB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2C1358-7D27-404A-B39B-D907609A2B77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5" y="330993"/>
            <a:ext cx="6248371" cy="598215"/>
          </a:xfrm>
        </p:spPr>
        <p:txBody>
          <a:bodyPr vert="horz" rtlCol="0">
            <a:normAutofit fontScale="90000"/>
          </a:bodyPr>
          <a:lstStyle/>
          <a:p>
            <a:r>
              <a:rPr lang="fr-FR"/>
              <a:t>Diagramme de cas d’utilisation global</a:t>
            </a:r>
          </a:p>
        </p:txBody>
      </p:sp>
      <p:sp>
        <p:nvSpPr>
          <p:cNvPr id="3" name="Slide Number Placeholder 5">
            <a:extLst>
              <a:ext uri="{6E3C94EA-766C-4DDF-BAC0-506319D37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F9E5E7B-F9F6-41E2-B41E-026750CC227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 rtlCol="0"/>
          <a:lstStyle/>
          <a:p>
            <a:r>
              <a:rPr/>
              <a:t>14</a:t>
            </a:r>
            <a:endParaRPr lang="en-US" dirty="0"/>
          </a:p>
        </p:txBody>
      </p:sp>
      <p:sp>
        <p:nvSpPr>
          <p:cNvPr id="4" name="Date Placeholder 1">
            <a:extLst>
              <a:ext uri="{9057CC0B-6540-43FF-B159-68EF8B1447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26D2993-78AB-4729-BBD6-A84EA88B01AE}"/>
              </a:ext>
            </a:extLst>
          </p:cNvPr>
          <p:cNvSpPr>
            <a:spLocks noGrp="1"/>
          </p:cNvSpPr>
          <p:nvPr>
            <p:ph type="dt" sz="half" idx="9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E44D4D2C-FFA6-4F7D-B058-3D1DB5A3079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1A3102F-18C7-4D02-AFD4-F683320778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pic>
        <p:nvPicPr>
          <p:cNvPr id="6" name="Report figure" descr="Figure extraite du rapport de Mohamed Imem Hamdi">
            <a:extLst>
              <a:ext uri="{D3B6E5E9-C036-4DC2-B435-5D853FAD182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605C97-E2B7-4427-8BD0-D83A3C953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866" y="941832"/>
            <a:ext cx="4266533" cy="3995928"/>
          </a:xfrm>
          <a:prstGeom prst="rect">
            <a:avLst/>
          </a:prstGeom>
          <a:noFill/>
        </p:spPr>
      </p:pic>
      <p:pic>
        <p:nvPicPr>
          <p:cNvPr id="7" name="Report figure" descr="Figure extraite du rapport de Mohamed Imem Hamdi">
            <a:extLst>
              <a:ext uri="{AE960ED9-81E9-43E0-931D-FF6126B08A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DEDAB46-3482-478C-ABFA-F79CFF945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4FE6053C-8DAE-44B4-A65A-AB14354E75C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33445516-BC43-4FC2-83EC-85F406A454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2E718E-6C76-4BCC-B161-589AD5F91132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6" y="330993"/>
            <a:ext cx="6961584" cy="598215"/>
          </a:xfrm>
        </p:spPr>
        <p:txBody>
          <a:bodyPr vert="horz" rtlCol="0">
            <a:normAutofit fontScale="90000"/>
          </a:bodyPr>
          <a:lstStyle/>
          <a:p>
            <a:r>
              <a:rPr lang="fr-FR" err="1"/>
              <a:t>Diagramme de classes global</a:t>
            </a:r>
          </a:p>
        </p:txBody>
      </p:sp>
      <p:sp>
        <p:nvSpPr>
          <p:cNvPr id="3" name="Slide Number Placeholder 5">
            <a:extLst>
              <a:ext uri="{976768B2-2DA6-4C7F-AE00-9D2C3547055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E405C58-8260-4E8F-881A-F21DD58443B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 rtlCol="0"/>
          <a:lstStyle/>
          <a:p>
            <a:r>
              <a:rPr/>
              <a:t>15</a:t>
            </a:r>
            <a:endParaRPr lang="en-US" dirty="0"/>
          </a:p>
        </p:txBody>
      </p:sp>
      <p:sp>
        <p:nvSpPr>
          <p:cNvPr id="4" name="Date Placeholder 1">
            <a:extLst>
              <a:ext uri="{66126C7E-DA5D-400C-B4AD-9C60ECAB869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6180ED7-FC01-4A55-9359-037A65071023}"/>
              </a:ext>
            </a:extLst>
          </p:cNvPr>
          <p:cNvSpPr>
            <a:spLocks noGrp="1"/>
          </p:cNvSpPr>
          <p:nvPr>
            <p:ph type="dt" sz="half" idx="9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4320850A-D62E-464C-9FE4-E57063D498C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B958C6-76BA-43B1-A65D-E725C74699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pic>
        <p:nvPicPr>
          <p:cNvPr id="6" name="Report figure" descr="Figure extraite du rapport de Mohamed Imem Hamdi">
            <a:extLst>
              <a:ext uri="{FDA80A61-233C-444D-824D-D40EB10E0FF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BF13290-26F0-4488-99B5-5C8650D77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pic>
        <p:nvPicPr>
          <p:cNvPr id="7" name="Report figure" descr="Figure extraite du rapport de Mohamed Imem Hamdi">
            <a:extLst>
              <a:ext uri="{B2A8CB79-44A1-4A7F-BEEA-3B105D9A340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D7A86FE-F06A-4AA3-AB90-874FD5DC7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296" y="941832"/>
            <a:ext cx="2768263" cy="3995928"/>
          </a:xfrm>
          <a:prstGeom prst="rect">
            <a:avLst/>
          </a:prstGeom>
          <a:noFill/>
        </p:spPr>
      </p:pic>
    </p:spTree>
    <p:extLst>
      <p:ext uri="{3EDA8C02-1993-413A-B59C-378406D1288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84AA1ED6-F49D-448E-AD30-6EAFF14ACB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70C832-A8D8-443F-B5CD-73B31D11777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 err="1"/>
              <a:t>Besoins non fonctionnels</a:t>
            </a:r>
          </a:p>
        </p:txBody>
      </p:sp>
      <p:sp>
        <p:nvSpPr>
          <p:cNvPr id="3" name="Slide Number Placeholder 5">
            <a:extLst>
              <a:ext uri="{D15DF281-967C-4011-BD35-80BDC9CA333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D61E7A9-8915-409D-A6BE-4149DE7DB0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16</a:t>
            </a:r>
            <a:endParaRPr lang="en-US" dirty="0"/>
          </a:p>
        </p:txBody>
      </p:sp>
      <p:sp>
        <p:nvSpPr>
          <p:cNvPr id="4" name="Date Placeholder 1">
            <a:extLst>
              <a:ext uri="{2E5588BE-34F4-45E9-80BD-DA88977656B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37C3439-EA25-4159-ACC8-45E5C902AB94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79ED3558-A71A-41EF-A200-B183A64DED6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658138-3C95-401A-B107-AC35907271E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sp>
        <p:nvSpPr>
          <p:cNvPr id="6" name="TextBox 5">
            <a:extLst>
              <a:ext uri="{E8492E43-D165-41CC-8166-FAA2D62E520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FF7B74-3929-4A55-A259-90B35597026C}"/>
              </a:ext>
            </a:extLst>
          </p:cNvPr>
          <p:cNvSpPr txBox="1">
            <a:spLocks noGrp="1"/>
          </p:cNvSpPr>
          <p:nvPr/>
        </p:nvSpPr>
        <p:spPr>
          <a:xfrm>
            <a:off x="1234440" y="1883664"/>
            <a:ext cx="3931920" cy="521208"/>
          </a:xfrm>
          <a:prstGeom prst="rect">
            <a:avLst/>
          </a:prstGeom>
          <a:ln w="0">
            <a:noFill/>
            <a:round/>
          </a:ln>
          <a:effectLst/>
        </p:spPr>
        <p:txBody>
          <a:bodyPr vert="horz" lIns="0" tIns="0" rIns="0" bIns="0" numCol="1" spcCol="0" rtlCol="0" anchor="t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lang="en-US" sz="1400" b="0" dirty="0">
                <a:solidFill>
                  <a:schemeClr val="tx1"/>
                </a:solidFill>
                <a:latin typeface="Dosis"/>
              </a:defRPr>
            </a:lvl1pPr>
            <a:lvl2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2pPr>
            <a:lvl3pPr marL="914400" lvl="2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3pPr>
            <a:lvl4pPr marL="1371600" lvl="3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4pPr>
            <a:lvl5pPr marL="1828800" lvl="4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5pPr>
            <a:lvl6pPr marL="25146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6pPr>
            <a:lvl7pPr marL="29718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7pPr>
            <a:lvl8pPr marL="34290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8pPr>
            <a:lvl9pPr marL="38862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Performance : historiques bornés par une période et requêtes limitées.</a:t>
            </a:r>
          </a:p>
        </p:txBody>
      </p:sp>
      <p:sp>
        <p:nvSpPr>
          <p:cNvPr id="7" name="TextBox 6">
            <a:extLst>
              <a:ext uri="{265D7EAE-8491-41D2-BAEF-CA91BC87A53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920F60B-6747-4C8C-9E4A-FE06DAB0CF89}"/>
              </a:ext>
            </a:extLst>
          </p:cNvPr>
          <p:cNvSpPr txBox="1">
            <a:spLocks noGrp="1"/>
          </p:cNvSpPr>
          <p:nvPr/>
        </p:nvSpPr>
        <p:spPr>
          <a:xfrm>
            <a:off x="640080" y="2423160"/>
            <a:ext cx="4389120" cy="585216"/>
          </a:xfrm>
          <a:prstGeom prst="rect">
            <a:avLst/>
          </a:prstGeom>
          <a:ln w="0">
            <a:noFill/>
            <a:round/>
          </a:ln>
          <a:effectLst/>
        </p:spPr>
        <p:txBody>
          <a:bodyPr vert="horz" lIns="0" tIns="0" rIns="0" bIns="0" numCol="1" spcCol="0" rtlCol="0" anchor="t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lang="en-US" sz="1400" b="0" dirty="0">
                <a:solidFill>
                  <a:schemeClr val="tx1"/>
                </a:solidFill>
                <a:latin typeface="Dosis"/>
              </a:defRPr>
            </a:lvl1pPr>
            <a:lvl2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2pPr>
            <a:lvl3pPr marL="914400" lvl="2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3pPr>
            <a:lvl4pPr marL="1371600" lvl="3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4pPr>
            <a:lvl5pPr marL="1828800" lvl="4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5pPr>
            <a:lvl6pPr marL="25146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6pPr>
            <a:lvl7pPr marL="29718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7pPr>
            <a:lvl8pPr marL="34290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8pPr>
            <a:lvl9pPr marL="38862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Sécurité : JWT, rôles et configuration des secrets par environnement.</a:t>
            </a:r>
          </a:p>
        </p:txBody>
      </p:sp>
      <p:sp>
        <p:nvSpPr>
          <p:cNvPr id="8" name="TextBox 7">
            <a:extLst>
              <a:ext uri="{D284358B-7320-4001-AAC4-1707212132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00F62BC-BE48-4D16-85FC-9A40AC6D6B39}"/>
              </a:ext>
            </a:extLst>
          </p:cNvPr>
          <p:cNvSpPr txBox="1">
            <a:spLocks noGrp="1"/>
          </p:cNvSpPr>
          <p:nvPr/>
        </p:nvSpPr>
        <p:spPr>
          <a:xfrm>
            <a:off x="1234440" y="2999232"/>
            <a:ext cx="3931920" cy="621792"/>
          </a:xfrm>
          <a:prstGeom prst="rect">
            <a:avLst/>
          </a:prstGeom>
          <a:ln w="0">
            <a:noFill/>
            <a:round/>
          </a:ln>
          <a:effectLst/>
        </p:spPr>
        <p:txBody>
          <a:bodyPr vert="horz" lIns="0" tIns="0" rIns="0" bIns="0" numCol="1" spcCol="0" rtlCol="0" anchor="t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lang="en-US" sz="1400" b="0" dirty="0">
                <a:solidFill>
                  <a:schemeClr val="tx1"/>
                </a:solidFill>
                <a:latin typeface="Dosis"/>
              </a:defRPr>
            </a:lvl1pPr>
            <a:lvl2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2pPr>
            <a:lvl3pPr marL="914400" lvl="2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3pPr>
            <a:lvl4pPr marL="1371600" lvl="3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4pPr>
            <a:lvl5pPr marL="1828800" lvl="4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5pPr>
            <a:lvl6pPr marL="25146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6pPr>
            <a:lvl7pPr marL="29718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7pPr>
            <a:lvl8pPr marL="34290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8pPr>
            <a:lvl9pPr marL="38862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Disponibilité : contrôles de vie et d’accès aux dépendances.</a:t>
            </a:r>
          </a:p>
        </p:txBody>
      </p:sp>
      <p:sp>
        <p:nvSpPr>
          <p:cNvPr id="9" name="TextBox 8">
            <a:extLst>
              <a:ext uri="{4473501D-DF16-44A2-8A3E-42D125E55FE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31EAA6-7D78-4572-A772-90A7AB1DE119}"/>
              </a:ext>
            </a:extLst>
          </p:cNvPr>
          <p:cNvSpPr txBox="1">
            <a:spLocks noGrp="1"/>
          </p:cNvSpPr>
          <p:nvPr/>
        </p:nvSpPr>
        <p:spPr>
          <a:xfrm>
            <a:off x="758952" y="3657600"/>
            <a:ext cx="4389120" cy="603504"/>
          </a:xfrm>
          <a:prstGeom prst="rect">
            <a:avLst/>
          </a:prstGeom>
          <a:ln w="0">
            <a:noFill/>
            <a:round/>
          </a:ln>
          <a:effectLst/>
        </p:spPr>
        <p:txBody>
          <a:bodyPr vert="horz" lIns="0" tIns="0" rIns="0" bIns="0" numCol="1" spcCol="0" rtlCol="0" anchor="t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lang="en-US" sz="1400" b="0" dirty="0">
                <a:solidFill>
                  <a:schemeClr val="tx1"/>
                </a:solidFill>
                <a:latin typeface="Dosis"/>
              </a:defRPr>
            </a:lvl1pPr>
            <a:lvl2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2pPr>
            <a:lvl3pPr marL="914400" lvl="2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3pPr>
            <a:lvl4pPr marL="1371600" lvl="3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4pPr>
            <a:lvl5pPr marL="1828800" lvl="4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None/>
              <a:defRPr lang="en-US" sz="1800" b="0" dirty="0">
                <a:solidFill>
                  <a:schemeClr val="tx1"/>
                </a:solidFill>
                <a:latin typeface="Dosis"/>
              </a:defRPr>
            </a:lvl5pPr>
            <a:lvl6pPr marL="25146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6pPr>
            <a:lvl7pPr marL="29718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7pPr>
            <a:lvl8pPr marL="34290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8pPr>
            <a:lvl9pPr marL="38862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  <a:latin typeface="Calibri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Maintenabilité : séparation du domaine, des cas d’usage et de la persistance.</a:t>
            </a:r>
          </a:p>
        </p:txBody>
      </p:sp>
      <p:pic>
        <p:nvPicPr>
          <p:cNvPr id="10" name="Picture 9">
            <a:extLst>
              <a:ext uri="{777E8472-F2FE-437F-992F-0637EC211F5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F1BDA0-65D0-463B-8F13-4E702148E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190" y="1830781"/>
            <a:ext cx="3696490" cy="2079278"/>
          </a:xfrm>
          <a:prstGeom prst="rect">
            <a:avLst/>
          </a:prstGeom>
          <a:noFill/>
          <a:effectLst>
            <a:outerShdw blurRad="50800" dist="95250" dir="2700000">
              <a:srgbClr val="3F3F3F">
                <a:alpha val="39999"/>
              </a:srgbClr>
            </a:outerShdw>
            <a:reflection stA="48000" endPos="35000" sy="-100000" algn="bl" rotWithShape="0"/>
          </a:effectLst>
        </p:spPr>
      </p:pic>
      <p:pic>
        <p:nvPicPr>
          <p:cNvPr id="11" name="Report figure" descr="Figure extraite du rapport de Mohamed Imem Hamdi">
            <a:extLst>
              <a:ext uri="{A3A061BE-75E9-446F-B0EF-3ED4798FC9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A88170-C4E0-44E3-877B-DE532E62A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sp>
        <p:nvSpPr>
          <p:cNvPr id="12" name="TextBox 11">
            <a:extLst>
              <a:ext uri="{0D72B8C8-5293-4F1F-8BC2-D4FB1D9BEB4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EEF399-FDE1-4A07-A804-9E6A0AFAAC17}"/>
              </a:ext>
            </a:extLst>
          </p:cNvPr>
          <p:cNvSpPr txBox="1"/>
          <p:nvPr/>
        </p:nvSpPr>
        <p:spPr>
          <a:xfrm>
            <a:off x="1143000" y="4224528"/>
            <a:ext cx="5394960" cy="566928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dirty="0">
                <a:solidFill>
                  <a:schemeClr val="tx1"/>
                </a:solidFill>
                <a:latin typeface="Dosis"/>
              </a:defRPr>
            </a:pPr>
            <a:r>
              <a:rPr lang="fr-FR" sz="1400" b="1">
                <a:solidFill>
                  <a:schemeClr val="tx1"/>
                </a:solidFill>
                <a:latin typeface="Dosis"/>
              </a:rPr>
              <a:t>Fiabilité : références valides et distinction entre valeur normale et donnée absente.</a:t>
            </a:r>
          </a:p>
        </p:txBody>
      </p:sp>
    </p:spTree>
    <p:extLst>
      <p:ext uri="{576C8523-C4CA-474F-ACA1-3F2A1944BF29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port figure" descr="Figure extraite du rapport de Mohamed Imem Hamdi">
            <a:extLst>
              <a:ext uri="{3067F92A-0668-4DBE-8097-55221C1FECA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E62EB0-C1DD-4FCC-BE4C-556519DB8AAD}"/>
              </a:ext>
            </a:extLst>
          </p:cNvPr>
          <p:cNvPicPr>
            <a:picLocks noGrp="1"/>
          </p:cNvPicPr>
          <p:nvPr>
            <p:ph type="pic"/>
          </p:nvPr>
        </p:nvPicPr>
        <p:blipFill>
          <a:blip r:embed="rId3"/>
          <a:stretch>
            <a:fillRect/>
          </a:stretch>
        </p:blipFill>
        <p:spPr>
          <a:xfrm>
            <a:off x="3931920" y="975836"/>
            <a:ext cx="4983480" cy="2803208"/>
          </a:xfrm>
          <a:prstGeom prst="rect">
            <a:avLst/>
          </a:prstGeom>
          <a:noFill/>
        </p:spPr>
      </p:pic>
      <p:sp>
        <p:nvSpPr>
          <p:cNvPr id="3" name="Title 7">
            <a:extLst>
              <a:ext uri="{1B79ACFB-22BF-4793-B556-2E8F7E704D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18A931-075F-40FC-9092-1F73F74CA212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-515683" y="2076621"/>
            <a:ext cx="5276850" cy="991981"/>
          </a:xfrm>
        </p:spPr>
        <p:txBody>
          <a:bodyPr rtlCol="0"/>
          <a:lstStyle/>
          <a:p>
            <a:r>
              <a:rPr lang="fr-FR" sz="3200" b="1" cap="all">
                <a:solidFill>
                  <a:schemeClr val="tx1">
                    <a:lumMod val="50000"/>
                    <a:lumMod val="50000"/>
                  </a:schemeClr>
                </a:solidFill>
                <a:latin typeface="Alegreya"/>
              </a:rPr>
              <a:t>Plan du projet</a:t>
            </a:r>
          </a:p>
        </p:txBody>
      </p:sp>
      <p:sp>
        <p:nvSpPr>
          <p:cNvPr id="4" name="Date Placeholder 1">
            <a:extLst>
              <a:ext uri="{1642678B-57B8-4A4A-AB23-A81B01BC62A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0B2F5B-35A3-4F3B-B19B-10C3FFF8532B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5" name="Slide Number Placeholder 5">
            <a:extLst>
              <a:ext uri="{A3EF64AC-BD5A-4D87-B6DC-2811E583C9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6BFFB5-A43F-4187-9B23-C47AD5B082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17</a:t>
            </a:r>
            <a:endParaRPr lang="en-US" dirty="0"/>
          </a:p>
        </p:txBody>
      </p:sp>
      <p:sp>
        <p:nvSpPr>
          <p:cNvPr id="6" name="Footer Placeholder 1">
            <a:extLst>
              <a:ext uri="{71B8FB12-AA17-4E6E-989E-008AEDCF0F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911178-7BE3-4CB5-9E37-92DCBC10EC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7" name="Report figure" descr="Figure extraite du rapport de Mohamed Imem Hamdi">
            <a:extLst>
              <a:ext uri="{89BB6683-C802-411F-9B2A-EBFEF400711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123F853-C49A-40BD-9DE7-A2C154D24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A400B498-87D2-4378-9DF0-D7D748612C9E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E9B4690E-ED02-437E-8B2F-E5D6740A1B2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E0F7EF-4F65-4ED7-9F54-D660C178E49C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 err="1"/>
              <a:t>Méthodologie de travail</a:t>
            </a:r>
          </a:p>
        </p:txBody>
      </p:sp>
      <p:pic>
        <p:nvPicPr>
          <p:cNvPr id="3" name="Picture Placeholder 3">
            <a:extLst>
              <a:ext uri="{C05E12A7-65F4-4C6E-9D3A-924D060D8B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E2CB61-66D4-44C1-BD7F-B925737B275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1355" r="21355"/>
          <a:stretch>
            <a:fillRect/>
          </a:stretch>
        </p:blipFill>
        <p:spPr/>
      </p:pic>
      <p:sp>
        <p:nvSpPr>
          <p:cNvPr id="4" name="Slide Number Placeholder 5">
            <a:extLst>
              <a:ext uri="{6E520E0D-36ED-4C68-A243-2D9F762CBA7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25435B-C677-43F8-847D-5CC637CA2A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18</a:t>
            </a:r>
            <a:endParaRPr lang="en-US" dirty="0"/>
          </a:p>
        </p:txBody>
      </p:sp>
      <p:sp>
        <p:nvSpPr>
          <p:cNvPr id="5" name="Date Placeholder 1">
            <a:extLst>
              <a:ext uri="{AD0F9B8B-A65B-4D83-8292-3B67DE6563B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201DD5-41E5-49F7-9B91-DC372E45F8D7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6" name="Footer Placeholder 1">
            <a:extLst>
              <a:ext uri="{2D3CE8F9-00D4-4CAE-8374-ADD09BEB0C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159D0F-6005-4FC3-8B89-FB4D8614E2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pic>
        <p:nvPicPr>
          <p:cNvPr id="7" name="Report figure" descr="Figure extraite du rapport de Mohamed Imem Hamdi">
            <a:extLst>
              <a:ext uri="{98B00CAC-58E3-4A18-8A01-C111AC9000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368222-FD4B-4B31-8286-7D8A77B3301D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32" y="1508760"/>
            <a:ext cx="5687656" cy="2971800"/>
          </a:xfrm>
          <a:prstGeom prst="rect">
            <a:avLst/>
          </a:prstGeom>
          <a:noFill/>
        </p:spPr>
      </p:pic>
      <p:pic>
        <p:nvPicPr>
          <p:cNvPr id="8" name="Report figure" descr="Figure extraite du rapport de Mohamed Imem Hamdi">
            <a:extLst>
              <a:ext uri="{7324557A-03D1-4DF9-8557-35E6E28E9F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77D1F5-D75A-4C77-B8C0-944A9B933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sp>
        <p:nvSpPr>
          <p:cNvPr id="101" name="Report text 101"/>
          <p:cNvSpPr txBox="1"/>
          <p:nvPr/>
        </p:nvSpPr>
        <p:spPr>
          <a:xfrm>
            <a:off x="1371600" y="4526280"/>
            <a:ext cx="6858000" cy="274320"/>
          </a:xfrm>
        </p:spPr>
        <p:txBody>
          <a:bodyPr wrap="square" lIns="0" rIns="0" tIns="0" bIns="0"/>
          <a:lstStyle/>
          <a:p>
            <a:r>
              <a:rPr lang="fr-FR" sz="1300">
                <a:solidFill>
                  <a:srgbClr val="44546A"/>
                </a:solidFill>
                <a:latin typeface="Dosis"/>
              </a:rPr>
              <a:t>2 releases et 4 sprints, avec revues et retours sur chaque incrément</a:t>
            </a:r>
          </a:p>
        </p:txBody>
      </p:sp>
    </p:spTree>
    <p:extLst>
      <p:ext uri="{02F3E462-6F9C-454A-B6D2-5239038C53E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A73E50E-1620-49BD-9D4A-F4FD1400F00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24FEEE-6D53-4DF1-AA62-AE8B9E2FBDD9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/>
              <a:t>Planification des sprints</a:t>
            </a:r>
          </a:p>
        </p:txBody>
      </p:sp>
      <p:sp>
        <p:nvSpPr>
          <p:cNvPr id="3" name="Slide Number Placeholder 5">
            <a:extLst>
              <a:ext uri="{2761E4F2-4036-402F-A57B-E7CC6C8A7A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F6C0AE-4BA7-4BF4-8B28-81B8322D6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19</a:t>
            </a:r>
            <a:endParaRPr lang="en-US" dirty="0"/>
          </a:p>
        </p:txBody>
      </p:sp>
      <p:sp>
        <p:nvSpPr>
          <p:cNvPr id="4" name="Date Placeholder 1">
            <a:extLst>
              <a:ext uri="{8A4DAE1A-8347-4629-9D28-8F15806B883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61F7597-0DC7-4C39-95FA-2AE26019F1C1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7CA13677-1D83-4AEE-897E-F94B7C3B87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7DF9D6-A1AE-4649-B182-95648B3DD92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sp>
        <p:nvSpPr>
          <p:cNvPr id="6" name="TextBox 5">
            <a:extLst>
              <a:ext uri="{D1F055D5-6611-45AF-927F-1AD759EEB24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68CD29-33EE-4BCA-848B-A919643476C1}"/>
              </a:ext>
            </a:extLst>
          </p:cNvPr>
          <p:cNvSpPr txBox="1"/>
          <p:nvPr/>
        </p:nvSpPr>
        <p:spPr>
          <a:xfrm>
            <a:off x="3703320" y="1664208"/>
            <a:ext cx="5193792" cy="2423160"/>
          </a:xfrm>
          <a:prstGeom prst="rect">
            <a:avLst/>
          </a:prstGeom>
        </p:spPr>
        <p:txBody>
          <a:bodyPr vert="horz" lIns="95250" tIns="47625" rIns="95250" bIns="47625" rtlCol="0">
            <a:noAutofit/>
          </a:bodyPr>
          <a:lstStyle/>
          <a:p>
            <a:pPr marL="342900" indent="-342900">
              <a:lnSpc>
                <a:spcPct val="129999"/>
              </a:lnSpc>
              <a:buFont typeface="Arial"/>
              <a:buAutoNum type="arabicParenR"/>
              <a:defRPr lang="en-US" sz="1400" dirty="0"/>
            </a:pPr>
            <a:r>
              <a:rPr lang="fr-FR" sz="2000">
                <a:solidFill>
                  <a:srgbClr val="002060"/>
                </a:solidFill>
                <a:latin typeface="Dosis"/>
              </a:rPr>
              <a:t>Authentification et utilisateurs : 14 j.</a:t>
            </a:r>
          </a:p>
          <a:p>
            <a:pPr marL="342900" indent="-342900">
              <a:lnSpc>
                <a:spcPct val="129999"/>
              </a:lnSpc>
              <a:buFont typeface="Arial"/>
              <a:buAutoNum type="arabicParenR"/>
              <a:defRPr lang="en-US" sz="1400" dirty="0"/>
            </a:pPr>
            <a:r>
              <a:rPr lang="fr-FR" sz="2000">
                <a:solidFill>
                  <a:srgbClr val="002060"/>
                </a:solidFill>
                <a:latin typeface="Dosis"/>
              </a:rPr>
              <a:t>Établissements, entrepôts et salles : 18 j.</a:t>
            </a:r>
          </a:p>
          <a:p>
            <a:pPr marL="342900" indent="-342900">
              <a:lnSpc>
                <a:spcPct val="129999"/>
              </a:lnSpc>
              <a:buFont typeface="Arial"/>
              <a:buAutoNum type="arabicParenR"/>
              <a:defRPr lang="en-US" sz="1400" dirty="0"/>
            </a:pPr>
            <a:r>
              <a:rPr lang="fr-FR" sz="2000">
                <a:solidFill>
                  <a:srgbClr val="002060"/>
                </a:solidFill>
                <a:latin typeface="Dosis"/>
              </a:rPr>
              <a:t>Équipements et sondes : 12 j.</a:t>
            </a:r>
          </a:p>
          <a:p>
            <a:pPr marL="342900" indent="-342900">
              <a:lnSpc>
                <a:spcPct val="129999"/>
              </a:lnSpc>
              <a:buFont typeface="Arial"/>
              <a:buAutoNum type="arabicParenR"/>
              <a:defRPr lang="en-US" sz="1400" dirty="0"/>
            </a:pPr>
            <a:r>
              <a:rPr lang="fr-FR" sz="2000">
                <a:solidFill>
                  <a:srgbClr val="002060"/>
                </a:solidFill>
                <a:latin typeface="Dosis"/>
              </a:rPr>
              <a:t>Supervision, visualisation et DevOps : 14 j.</a:t>
            </a:r>
          </a:p>
        </p:txBody>
      </p:sp>
      <p:pic>
        <p:nvPicPr>
          <p:cNvPr id="7" name="Picture 6">
            <a:extLst>
              <a:ext uri="{02D746C7-8022-4F2B-83D2-E9A852E0C50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9F74D9-4002-4881-87C9-742609924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94" y="1860461"/>
            <a:ext cx="3035608" cy="2448848"/>
          </a:xfrm>
          <a:prstGeom prst="rect">
            <a:avLst/>
          </a:prstGeom>
          <a:noFill/>
          <a:effectLst>
            <a:outerShdw blurRad="50800" dist="95250" dir="2700000">
              <a:srgbClr val="3F3F3F">
                <a:alpha val="39999"/>
              </a:srgbClr>
            </a:outerShdw>
            <a:reflection stA="48000" endPos="35000" sy="-100000" algn="bl" rotWithShape="0"/>
          </a:effectLst>
        </p:spPr>
      </p:pic>
      <p:pic>
        <p:nvPicPr>
          <p:cNvPr id="8" name="Report figure" descr="Figure extraite du rapport de Mohamed Imem Hamdi">
            <a:extLst>
              <a:ext uri="{E71FDA61-03D1-4CAA-BAFC-304EF01894A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230858-A2A3-448C-81C6-37935C888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sp>
        <p:nvSpPr>
          <p:cNvPr id="101" name="Report text 101"/>
          <p:cNvSpPr txBox="1"/>
          <p:nvPr/>
        </p:nvSpPr>
        <p:spPr>
          <a:xfrm>
            <a:off x="3703320" y="4224528"/>
            <a:ext cx="5193792" cy="292608"/>
          </a:xfrm>
        </p:spPr>
        <p:txBody>
          <a:bodyPr wrap="square" lIns="0" rIns="0" tIns="0" bIns="0"/>
          <a:lstStyle/>
          <a:p>
            <a:r>
              <a:rPr lang="fr-FR" sz="1300">
                <a:solidFill>
                  <a:srgbClr val="44546A"/>
                </a:solidFill>
                <a:latin typeface="Dosis"/>
              </a:rPr>
              <a:t>Release 1 : sprints 1–2     Release 2 : sprints 3–4</a:t>
            </a:r>
          </a:p>
        </p:txBody>
      </p:sp>
      <p:sp>
        <p:nvSpPr>
          <p:cNvPr id="102" name="Report text 102"/>
          <p:cNvSpPr txBox="1"/>
          <p:nvPr/>
        </p:nvSpPr>
        <p:spPr>
          <a:xfrm>
            <a:off x="3703320" y="4590288"/>
            <a:ext cx="5212080" cy="320040"/>
          </a:xfrm>
        </p:spPr>
        <p:txBody>
          <a:bodyPr wrap="square" lIns="0" rIns="0" tIns="0" bIns="0"/>
          <a:lstStyle/>
          <a:p>
            <a:r>
              <a:rPr lang="fr-FR" sz="1100">
                <a:solidFill>
                  <a:srgbClr val="44546A"/>
                </a:solidFill>
                <a:latin typeface="Dosis"/>
              </a:rPr>
              <a:t>58 jours d’effort estimé, du 22 janvier au 1 août 2026 au calendrier</a:t>
            </a:r>
          </a:p>
        </p:txBody>
      </p:sp>
    </p:spTree>
    <p:extLst>
      <p:ext uri="{8763A79A-303A-42B8-BE1F-46CC0C49839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  <p:bldP spid="101" grpId="0"/>
      <p:bldP spid="10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0E8451C3-A29F-45C8-8B2D-A16E4D4C14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86FAF3-9896-4471-A985-E678D9992929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5" y="901303"/>
            <a:ext cx="7290196" cy="646418"/>
          </a:xfrm>
        </p:spPr>
        <p:txBody>
          <a:bodyPr rtlCol="0"/>
          <a:lstStyle/>
          <a:p>
            <a:r>
              <a:rPr lang="fr-FR"/>
              <a:t>Architecture logique</a:t>
            </a:r>
          </a:p>
        </p:txBody>
      </p:sp>
      <p:pic>
        <p:nvPicPr>
          <p:cNvPr id="3" name="Picture Placeholder 3">
            <a:extLst>
              <a:ext uri="{F0DE2F54-7D02-46FA-9013-156EE2F507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78A7CD3-5212-44DC-8A6D-46C553ED30B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1355" r="21355"/>
          <a:stretch>
            <a:fillRect/>
          </a:stretch>
        </p:blipFill>
        <p:spPr/>
      </p:pic>
      <p:sp>
        <p:nvSpPr>
          <p:cNvPr id="4" name="Slide Number Placeholder 5">
            <a:extLst>
              <a:ext uri="{C1DBB962-AC4A-4CD1-A680-B664AD8AA6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1B7618-814E-430B-B7FB-60D0B5B6A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20</a:t>
            </a:r>
            <a:endParaRPr lang="en-US" dirty="0"/>
          </a:p>
        </p:txBody>
      </p:sp>
      <p:sp>
        <p:nvSpPr>
          <p:cNvPr id="5" name="Date Placeholder 1">
            <a:extLst>
              <a:ext uri="{5D863AEA-E682-4EAD-B659-805B97C827F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BF357FD-645A-415F-B903-18A9C6EFF6E7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6" name="Footer Placeholder 1">
            <a:extLst>
              <a:ext uri="{DC0E3F62-2672-4611-A829-1FB28B59A0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2E8BAA-55D3-402C-AE96-84407173D6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pic>
        <p:nvPicPr>
          <p:cNvPr id="7" name="Report figure" descr="Figure extraite du rapport de Mohamed Imem Hamdi">
            <a:extLst>
              <a:ext uri="{4CB7B6E9-19A6-4EC3-92DB-FE054E9667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D6BD186-DCBB-4F41-B228-55B901587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0" y="1554480"/>
            <a:ext cx="2971800" cy="2971800"/>
          </a:xfrm>
          <a:prstGeom prst="rect">
            <a:avLst/>
          </a:prstGeom>
          <a:noFill/>
        </p:spPr>
      </p:pic>
      <p:pic>
        <p:nvPicPr>
          <p:cNvPr id="8" name="Report figure" descr="Figure extraite du rapport de Mohamed Imem Hamdi">
            <a:extLst>
              <a:ext uri="{3A4E1598-F165-468A-BC70-B8C94B2F47E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50BA1A-B6AC-4475-B6F2-6764F38F8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sp>
        <p:nvSpPr>
          <p:cNvPr id="101" name="Report text 101"/>
          <p:cNvSpPr txBox="1"/>
          <p:nvPr/>
        </p:nvSpPr>
        <p:spPr>
          <a:xfrm>
            <a:off x="1143000" y="4617720"/>
            <a:ext cx="7223760" cy="320040"/>
          </a:xfrm>
        </p:spPr>
        <p:txBody>
          <a:bodyPr wrap="square" lIns="0" rIns="0" tIns="0" bIns="0"/>
          <a:lstStyle/>
          <a:p>
            <a:r>
              <a:rPr lang="fr-FR" sz="1200">
                <a:solidFill>
                  <a:srgbClr val="44546A"/>
                </a:solidFill>
                <a:latin typeface="Dosis"/>
              </a:rPr>
              <a:t>Clean Architecture et CQRS. SQL Server pour la gestion, PostgreSQL JSONB pour les mesures.</a:t>
            </a:r>
          </a:p>
        </p:txBody>
      </p:sp>
    </p:spTree>
    <p:extLst>
      <p:ext uri="{FA258138-341F-4147-A981-623AEDC4E6F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D6ECDCA5-66F6-4810-8A92-496254A728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2486BC-AA5E-45D3-AFC8-A8D2BA7CE3F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/>
              <a:t>Architecture DevOps proposée</a:t>
            </a:r>
          </a:p>
        </p:txBody>
      </p:sp>
      <p:sp>
        <p:nvSpPr>
          <p:cNvPr id="3" name="Slide Number Placeholder 5">
            <a:extLst>
              <a:ext uri="{066F2FC8-5B12-40FF-9B97-6F133CB03E7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639568-6BDC-4C04-BAE9-24C79B81DD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21</a:t>
            </a:r>
            <a:endParaRPr lang="en-US" dirty="0"/>
          </a:p>
        </p:txBody>
      </p:sp>
      <p:sp>
        <p:nvSpPr>
          <p:cNvPr id="4" name="Date Placeholder 1">
            <a:extLst>
              <a:ext uri="{C1AB112C-49F3-403D-A78B-BBD8866930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F14B6B-F765-4062-A93A-2C00F90BC4AA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F9EA9476-8DDD-428B-87D9-9F685409F03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C21E1C8-6989-4788-A49F-44DD7AC0D90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pic>
        <p:nvPicPr>
          <p:cNvPr id="6" name="Report figure" descr="Figure extraite du rapport de Mohamed Imem Hamdi">
            <a:extLst>
              <a:ext uri="{E4C31A0B-A7BC-4D1E-9A54-485B32B5287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398242-F684-4B53-BB98-082793D6D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820" y="1572768"/>
            <a:ext cx="4679240" cy="2633472"/>
          </a:xfrm>
          <a:prstGeom prst="rect">
            <a:avLst/>
          </a:prstGeom>
          <a:noFill/>
        </p:spPr>
      </p:pic>
      <p:pic>
        <p:nvPicPr>
          <p:cNvPr id="7" name="Report figure" descr="Figure extraite du rapport de Mohamed Imem Hamdi">
            <a:extLst>
              <a:ext uri="{B44C85FB-B811-4B28-AAD9-FD64FD744C4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9D3DC9-1BC6-4AE5-B533-1E87FA13F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sp>
        <p:nvSpPr>
          <p:cNvPr id="101" name="Report text 101"/>
          <p:cNvSpPr txBox="1"/>
          <p:nvPr/>
        </p:nvSpPr>
        <p:spPr>
          <a:xfrm>
            <a:off x="1234440" y="4297680"/>
            <a:ext cx="7315200" cy="219456"/>
          </a:xfrm>
        </p:spPr>
        <p:txBody>
          <a:bodyPr wrap="square" lIns="0" rIns="0" tIns="0" bIns="0"/>
          <a:lstStyle/>
          <a:p>
            <a:r>
              <a:rPr lang="fr-FR" sz="1200">
                <a:solidFill>
                  <a:srgbClr val="44546A"/>
                </a:solidFill>
                <a:latin typeface="Dosis"/>
              </a:rPr>
              <a:t>Conception : CI, image GHCR, staging, approbation puis production.</a:t>
            </a:r>
          </a:p>
        </p:txBody>
      </p:sp>
      <p:sp>
        <p:nvSpPr>
          <p:cNvPr id="102" name="Report text 102"/>
          <p:cNvSpPr txBox="1"/>
          <p:nvPr/>
        </p:nvSpPr>
        <p:spPr>
          <a:xfrm>
            <a:off x="1234440" y="4562856"/>
            <a:ext cx="7315200" cy="219456"/>
          </a:xfrm>
        </p:spPr>
        <p:txBody>
          <a:bodyPr wrap="square" lIns="0" rIns="0" tIns="0" bIns="0"/>
          <a:lstStyle/>
          <a:p>
            <a:r>
              <a:rPr lang="fr-FR" sz="1200">
                <a:solidFill>
                  <a:srgbClr val="44546A"/>
                </a:solidFill>
                <a:latin typeface="Dosis"/>
              </a:rPr>
              <a:t>Exécution réelle et acceptation en production non établies dans le rapport.</a:t>
            </a:r>
          </a:p>
        </p:txBody>
      </p:sp>
    </p:spTree>
    <p:extLst>
      <p:ext uri="{0EE585D6-3913-42E2-8FDF-2CD00A58AC5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1" grpId="0"/>
      <p:bldP spid="10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2A8293C-294C-4ABF-AA8B-EE4C09E4DBF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B88D024-6F22-4B8B-823E-D8CF1D8311A8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/>
              <a:t>Pipeline CI proposé</a:t>
            </a:r>
          </a:p>
        </p:txBody>
      </p:sp>
      <p:sp>
        <p:nvSpPr>
          <p:cNvPr id="3" name="Slide Number Placeholder 5">
            <a:extLst>
              <a:ext uri="{3C3D3A83-3572-4D0B-82FF-4AEA0568EBB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E406FB-D2B9-445F-BC67-EE021ECC69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22</a:t>
            </a:r>
            <a:endParaRPr lang="en-US" dirty="0"/>
          </a:p>
        </p:txBody>
      </p:sp>
      <p:sp>
        <p:nvSpPr>
          <p:cNvPr id="4" name="Date Placeholder 1">
            <a:extLst>
              <a:ext uri="{AD11331D-F487-4727-954F-084AB12F0F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0ACA2DA-637D-4830-92CA-79B6DEE2223B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8BA8DE39-2037-4877-B680-DE2AD29D48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B10C26-6768-41C0-A1B5-AAA64A06E4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pic>
        <p:nvPicPr>
          <p:cNvPr id="6" name="Report figure" descr="Figure extraite du rapport de Mohamed Imem Hamdi">
            <a:extLst>
              <a:ext uri="{3F051E79-53FD-4168-97EC-2BC8643048E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0D5B4F-82A1-4EE8-9E36-271C26881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570" y="1618488"/>
            <a:ext cx="4598004" cy="2587752"/>
          </a:xfrm>
          <a:prstGeom prst="rect">
            <a:avLst/>
          </a:prstGeom>
          <a:noFill/>
        </p:spPr>
      </p:pic>
      <p:pic>
        <p:nvPicPr>
          <p:cNvPr id="7" name="Report figure" descr="Figure extraite du rapport de Mohamed Imem Hamdi">
            <a:extLst>
              <a:ext uri="{859C6870-DA04-47F0-B3AC-992FCE36F9A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12C85BC-69FA-4F7C-95DA-768A53301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sp>
        <p:nvSpPr>
          <p:cNvPr id="101" name="Report text 101"/>
          <p:cNvSpPr txBox="1"/>
          <p:nvPr/>
        </p:nvSpPr>
        <p:spPr>
          <a:xfrm>
            <a:off x="1234440" y="4297680"/>
            <a:ext cx="7315200" cy="237744"/>
          </a:xfrm>
        </p:spPr>
        <p:txBody>
          <a:bodyPr wrap="square" lIns="0" rIns="0" tIns="0" bIns="0"/>
          <a:lstStyle/>
          <a:p>
            <a:r>
              <a:rPr lang="fr-FR" sz="1300">
                <a:solidFill>
                  <a:srgbClr val="44546A"/>
                </a:solidFill>
                <a:latin typeface="Dosis"/>
              </a:rPr>
              <a:t>Vue de conception, pas une preuve d’exécution. Base actuelle : 9 tests de domaine.</a:t>
            </a:r>
          </a:p>
        </p:txBody>
      </p:sp>
      <p:sp>
        <p:nvSpPr>
          <p:cNvPr id="102" name="Report text 102"/>
          <p:cNvSpPr txBox="1"/>
          <p:nvPr/>
        </p:nvSpPr>
        <p:spPr>
          <a:xfrm>
            <a:off x="1234440" y="4562856"/>
            <a:ext cx="7315200" cy="228600"/>
          </a:xfrm>
        </p:spPr>
        <p:txBody>
          <a:bodyPr wrap="square" lIns="0" rIns="0" tIns="0" bIns="0"/>
          <a:lstStyle/>
          <a:p>
            <a:r>
              <a:rPr lang="fr-FR" sz="1200">
                <a:solidFill>
                  <a:srgbClr val="44546A"/>
                </a:solidFill>
                <a:latin typeface="Dosis"/>
              </a:rPr>
              <a:t>Tests API, capteurs, bases de données et Flutter à compléter.</a:t>
            </a:r>
          </a:p>
        </p:txBody>
      </p:sp>
    </p:spTree>
    <p:extLst>
      <p:ext uri="{F2397553-29F0-4CC3-A4DF-713B33D606B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2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1" grpId="0"/>
      <p:bldP spid="10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port figure" descr="Figure extraite du rapport de Mohamed Imem Hamdi">
            <a:extLst>
              <a:ext uri="{367EC66B-CA1B-4C8F-A0D7-72449AF346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CAD3A0-95C7-45DB-BFE6-78C1672191D3}"/>
              </a:ext>
            </a:extLst>
          </p:cNvPr>
          <p:cNvPicPr>
            <a:picLocks noGrp="1"/>
          </p:cNvPicPr>
          <p:nvPr>
            <p:ph type="pic"/>
          </p:nvPr>
        </p:nvPicPr>
        <p:blipFill>
          <a:blip r:embed="rId3"/>
          <a:stretch>
            <a:fillRect/>
          </a:stretch>
        </p:blipFill>
        <p:spPr>
          <a:xfrm>
            <a:off x="3931920" y="975836"/>
            <a:ext cx="4983480" cy="2803208"/>
          </a:xfrm>
          <a:prstGeom prst="rect">
            <a:avLst/>
          </a:prstGeom>
          <a:noFill/>
        </p:spPr>
      </p:pic>
      <p:sp>
        <p:nvSpPr>
          <p:cNvPr id="3" name="Title 7">
            <a:extLst>
              <a:ext uri="{D244DDCC-8DFE-48D1-8EE5-E6EB973D6E8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BC14BA-2213-446D-A63B-19B9502E3C0B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-515683" y="2076621"/>
            <a:ext cx="5276850" cy="991981"/>
          </a:xfrm>
        </p:spPr>
        <p:txBody>
          <a:bodyPr rtlCol="0"/>
          <a:lstStyle/>
          <a:p>
            <a:r>
              <a:rPr lang="fr-FR" sz="3200" b="1" cap="all">
                <a:solidFill>
                  <a:schemeClr val="tx1">
                    <a:lumMod val="50000"/>
                    <a:lumMod val="50000"/>
                  </a:schemeClr>
                </a:solidFill>
                <a:latin typeface="Alegreya"/>
              </a:rPr>
              <a:t>Réalisation</a:t>
            </a:r>
          </a:p>
        </p:txBody>
      </p:sp>
      <p:sp>
        <p:nvSpPr>
          <p:cNvPr id="4" name="Date Placeholder 1">
            <a:extLst>
              <a:ext uri="{93C90000-C53E-4F7C-AB51-BA4E37455F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2C47174-FB8C-45EB-A62E-BA3703C595D3}"/>
              </a:ext>
            </a:extLst>
          </p:cNvPr>
          <p:cNvSpPr>
            <a:spLocks noGrp="1"/>
          </p:cNvSpPr>
          <p:nvPr>
            <p:ph type="dt" sz="half" idx="4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5" name="Slide Number Placeholder 5">
            <a:extLst>
              <a:ext uri="{7A854113-5D97-4DAC-A54B-AD0117287F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4381FFB-9B7D-4D58-AC0E-87EE4D1F92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23</a:t>
            </a:r>
            <a:endParaRPr lang="en-US" dirty="0"/>
          </a:p>
        </p:txBody>
      </p:sp>
      <p:sp>
        <p:nvSpPr>
          <p:cNvPr id="6" name="Footer Placeholder 1">
            <a:extLst>
              <a:ext uri="{26D65467-EB34-4EDC-8ECE-26EB3FA48E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F73E6F-273A-4565-B9C6-DAB1AF59DF5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7" name="Report figure" descr="Figure extraite du rapport de Mohamed Imem Hamdi">
            <a:extLst>
              <a:ext uri="{AB9D3134-0FBE-4160-B6E8-1E8E2A1255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C80709-6F7C-4BDD-B8E6-E8B20AAE1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3424E801-7FD1-4B2F-B700-8C5A0221546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3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5B41349B-BE8C-4B0D-B0B1-4045D892B6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388340-5454-44C5-8CD8-63EEFF34E000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fr-FR"/>
              <a:t>Technologies</a:t>
            </a:r>
          </a:p>
        </p:txBody>
      </p:sp>
      <p:pic>
        <p:nvPicPr>
          <p:cNvPr id="3" name="Report figure" descr="Figure extraite du rapport de Mohamed Imem Hamdi">
            <a:extLst>
              <a:ext uri="{2963E976-9447-4133-95C4-B000A63EFE7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D78E1FB-9B2E-4458-BAE5-FD9274A74CDA}"/>
              </a:ext>
            </a:extLst>
          </p:cNvPr>
          <p:cNvPicPr>
            <a:picLocks noGrp="1"/>
          </p:cNvPicPr>
          <p:nvPr>
            <p:ph type="pic" idx="15"/>
          </p:nvPr>
        </p:nvPicPr>
        <p:blipFill>
          <a:blip r:embed="rId3"/>
          <a:stretch>
            <a:fillRect/>
          </a:stretch>
        </p:blipFill>
        <p:spPr>
          <a:xfrm>
            <a:off x="7292340" y="91440"/>
            <a:ext cx="1325880" cy="1325880"/>
          </a:xfrm>
          <a:prstGeom prst="rect">
            <a:avLst/>
          </a:prstGeom>
          <a:noFill/>
        </p:spPr>
      </p:pic>
      <p:sp>
        <p:nvSpPr>
          <p:cNvPr id="4" name="Date Placeholder 1">
            <a:extLst>
              <a:ext uri="{AC5A56E3-AD53-48EC-A062-927059AC5A8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542DE4E-9D60-44CA-AB2A-9797D2E72289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78525" y="452201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5" name="Slide Number Placeholder 5">
            <a:extLst>
              <a:ext uri="{11638F8E-897C-47D5-83EB-3A3480D5A3F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DABF33-9FD3-459E-A6D1-0F5CFB9B857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24</a:t>
            </a:r>
            <a:endParaRPr lang="en-US" dirty="0"/>
          </a:p>
        </p:txBody>
      </p:sp>
      <p:pic>
        <p:nvPicPr>
          <p:cNvPr id="6" name="Report figure" descr="Figure extraite du rapport de Mohamed Imem Hamdi">
            <a:extLst>
              <a:ext uri="{263DC998-CE7B-4F2E-A5D4-6E984B09D29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19B2D8-D04E-480D-A4D9-F87B695D8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91440"/>
            <a:ext cx="1554480" cy="1554480"/>
          </a:xfrm>
          <a:prstGeom prst="rect">
            <a:avLst/>
          </a:prstGeom>
          <a:noFill/>
        </p:spPr>
      </p:pic>
      <p:pic>
        <p:nvPicPr>
          <p:cNvPr id="10" name="Report figure" descr="Figure extraite du rapport de Mohamed Imem Hamdi">
            <a:extLst>
              <a:ext uri="{6E9E8150-BA98-42CA-BBAA-061D85EE03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A94D36-796B-4343-807A-54ADEA6C5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2522671"/>
            <a:ext cx="1188720" cy="1190866"/>
          </a:xfrm>
          <a:prstGeom prst="rect">
            <a:avLst/>
          </a:prstGeom>
          <a:noFill/>
        </p:spPr>
      </p:pic>
      <p:pic>
        <p:nvPicPr>
          <p:cNvPr id="19" name="Picture 18">
            <a:extLst>
              <a:ext uri="{30DE3DC2-9EF8-49B7-81D1-14AEB8E6B86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25A3A8-F1CA-4B16-80DC-8365DBB4B6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90334" y="2315556"/>
            <a:ext cx="3977297" cy="2206456"/>
          </a:xfrm>
          <a:prstGeom prst="rect">
            <a:avLst/>
          </a:prstGeom>
          <a:noFill/>
        </p:spPr>
      </p:pic>
      <p:sp>
        <p:nvSpPr>
          <p:cNvPr id="7" name="Report text 7"/>
          <p:cNvSpPr txBox="1"/>
          <p:nvPr/>
        </p:nvSpPr>
        <p:spPr>
          <a:xfrm>
            <a:off x="4754880" y="1783080"/>
            <a:ext cx="2011680" cy="411480"/>
          </a:xfrm>
        </p:spPr>
        <p:txBody>
          <a:bodyPr wrap="square" lIns="0" rIns="0" tIns="0" bIns="0"/>
          <a:lstStyle/>
          <a:p>
            <a:r>
              <a:rPr lang="fr-FR" sz="2400">
                <a:solidFill>
                  <a:srgbClr val="0085CA"/>
                </a:solidFill>
                <a:latin typeface="Dosis"/>
              </a:rPr>
              <a:t>SQL Server</a:t>
            </a:r>
          </a:p>
        </p:txBody>
      </p:sp>
      <p:sp>
        <p:nvSpPr>
          <p:cNvPr id="8" name="Report text 8"/>
          <p:cNvSpPr txBox="1"/>
          <p:nvPr/>
        </p:nvSpPr>
        <p:spPr>
          <a:xfrm>
            <a:off x="7315200" y="1600200"/>
            <a:ext cx="1554480" cy="365760"/>
          </a:xfrm>
        </p:spPr>
        <p:txBody>
          <a:bodyPr wrap="square" lIns="0" rIns="0" tIns="0" bIns="0"/>
          <a:lstStyle/>
          <a:p>
            <a:r>
              <a:rPr lang="fr-FR" sz="2200">
                <a:solidFill>
                  <a:srgbClr val="0085CA"/>
                </a:solidFill>
                <a:latin typeface="Dosis"/>
              </a:rPr>
              <a:t>CQRS</a:t>
            </a:r>
          </a:p>
        </p:txBody>
      </p:sp>
      <p:sp>
        <p:nvSpPr>
          <p:cNvPr id="9" name="Report text 9"/>
          <p:cNvSpPr txBox="1"/>
          <p:nvPr/>
        </p:nvSpPr>
        <p:spPr>
          <a:xfrm>
            <a:off x="7315200" y="2423160"/>
            <a:ext cx="1463040" cy="960120"/>
          </a:xfrm>
        </p:spPr>
        <p:txBody>
          <a:bodyPr wrap="square" lIns="0" rIns="0" tIns="0" bIns="0"/>
          <a:lstStyle/>
          <a:p>
            <a:r>
              <a:rPr lang="fr-FR" sz="2300">
                <a:solidFill>
                  <a:srgbClr val="0085CA"/>
                </a:solidFill>
                <a:latin typeface="Dosis"/>
              </a:rPr>
              <a:t>GitHub</a:t>
            </a:r>
          </a:p>
          <a:p>
            <a:r>
              <a:rPr lang="fr-FR" sz="2300">
                <a:solidFill>
                  <a:srgbClr val="0085CA"/>
                </a:solidFill>
                <a:latin typeface="Dosis"/>
              </a:rPr>
              <a:t>Actions</a:t>
            </a:r>
          </a:p>
        </p:txBody>
      </p:sp>
      <p:sp>
        <p:nvSpPr>
          <p:cNvPr id="15" name="Report text 15"/>
          <p:cNvSpPr txBox="1"/>
          <p:nvPr/>
        </p:nvSpPr>
        <p:spPr>
          <a:xfrm>
            <a:off x="7040880" y="4297680"/>
            <a:ext cx="1645920" cy="393192"/>
          </a:xfrm>
        </p:spPr>
        <p:txBody>
          <a:bodyPr wrap="square" lIns="0" rIns="0" tIns="0" bIns="0"/>
          <a:lstStyle/>
          <a:p>
            <a:r>
              <a:rPr lang="fr-FR" sz="2500">
                <a:solidFill>
                  <a:srgbClr val="0085CA"/>
                </a:solidFill>
                <a:latin typeface="Dosis"/>
              </a:rPr>
              <a:t>Docker</a:t>
            </a:r>
          </a:p>
        </p:txBody>
      </p:sp>
      <p:sp>
        <p:nvSpPr>
          <p:cNvPr id="16" name="Report text 16"/>
          <p:cNvSpPr txBox="1"/>
          <p:nvPr/>
        </p:nvSpPr>
        <p:spPr>
          <a:xfrm>
            <a:off x="5074920" y="4251960"/>
            <a:ext cx="1645920" cy="365760"/>
          </a:xfrm>
        </p:spPr>
        <p:txBody>
          <a:bodyPr wrap="square" lIns="0" rIns="0" tIns="0" bIns="0"/>
          <a:lstStyle/>
          <a:p>
            <a:r>
              <a:rPr lang="fr-FR" sz="2100">
                <a:solidFill>
                  <a:srgbClr val="0085CA"/>
                </a:solidFill>
                <a:latin typeface="Dosis"/>
              </a:rPr>
              <a:t>EF Core</a:t>
            </a:r>
          </a:p>
        </p:txBody>
      </p:sp>
      <p:sp>
        <p:nvSpPr>
          <p:cNvPr id="17" name="Report text 17"/>
          <p:cNvSpPr txBox="1"/>
          <p:nvPr/>
        </p:nvSpPr>
        <p:spPr>
          <a:xfrm>
            <a:off x="4389120" y="3520440"/>
            <a:ext cx="1371600" cy="365760"/>
          </a:xfrm>
        </p:spPr>
        <p:txBody>
          <a:bodyPr wrap="square" lIns="0" rIns="0" tIns="0" bIns="0"/>
          <a:lstStyle/>
          <a:p>
            <a:r>
              <a:rPr lang="fr-FR" sz="1700">
                <a:solidFill>
                  <a:srgbClr val="0085CA"/>
                </a:solidFill>
                <a:latin typeface="Dosis"/>
              </a:rPr>
              <a:t>MediatR</a:t>
            </a:r>
          </a:p>
        </p:txBody>
      </p:sp>
      <p:sp>
        <p:nvSpPr>
          <p:cNvPr id="18" name="Report text 18"/>
          <p:cNvSpPr txBox="1"/>
          <p:nvPr/>
        </p:nvSpPr>
        <p:spPr>
          <a:xfrm>
            <a:off x="4023360" y="2560320"/>
            <a:ext cx="1143000" cy="457200"/>
          </a:xfrm>
        </p:spPr>
        <p:txBody>
          <a:bodyPr wrap="square" lIns="0" rIns="0" tIns="0" bIns="0"/>
          <a:lstStyle/>
          <a:p>
            <a:r>
              <a:rPr lang="fr-FR" sz="2200">
                <a:solidFill>
                  <a:srgbClr val="0085CA"/>
                </a:solidFill>
                <a:latin typeface="Dosis"/>
              </a:rPr>
              <a:t>JWT</a:t>
            </a:r>
          </a:p>
        </p:txBody>
      </p:sp>
    </p:spTree>
    <p:extLst>
      <p:ext uri="{1D9FB965-447D-40E7-97BD-86DFEAAEA1B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3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8" grpId="0"/>
      <p:bldP spid="9" grpId="0"/>
      <p:bldP spid="17" grpId="0"/>
      <p:bldP spid="16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30264E45-A4E5-4B24-A667-5B2BCC7C22F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37CFC1-D414-43F6-9497-42F1C55F566F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 rtlCol="0"/>
          <a:lstStyle/>
          <a:p>
            <a:r>
              <a:rPr lang="fr-FR" err="1"/>
              <a:t>Démonstration</a:t>
            </a:r>
          </a:p>
        </p:txBody>
      </p:sp>
      <p:sp>
        <p:nvSpPr>
          <p:cNvPr id="3" name="Slide Number Placeholder 5">
            <a:extLst>
              <a:ext uri="{55BCD8AB-ECF9-41C9-B3B2-22AA78DB134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E89DB3A-A568-43DB-949E-1B7F7F4C2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25</a:t>
            </a:r>
            <a:endParaRPr lang="en-US" dirty="0"/>
          </a:p>
        </p:txBody>
      </p:sp>
      <p:sp>
        <p:nvSpPr>
          <p:cNvPr id="4" name="Date Placeholder 1">
            <a:extLst>
              <a:ext uri="{ACDCBAB8-EF02-42C1-8ADD-01FC675C51B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11D5D9D-3E3E-4AA0-9A56-15E2F5A4FA70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4AD9EB8B-BBB4-401C-BF20-14D598AA520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CB07B2-492C-45B2-AE73-F7DE051C82C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pic>
        <p:nvPicPr>
          <p:cNvPr id="6" name="Report figure" descr="Figure extraite du rapport de Mohamed Imem Hamdi">
            <a:extLst>
              <a:ext uri="{D5BCB5E3-61C5-4F2E-AE2D-D69C298C1C8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A93B5D-DB9B-4ADE-A33C-D932441B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  <p:pic>
        <p:nvPicPr>
          <p:cNvPr id="101" name="Report figure" descr="Figure extraite du rapport de Mohamed Imem Hamdi">
            <a:extLst>
              <a:ext uri="{D5BCB5E3-61C5-4F2E-AE2D-D69C298C1C8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A93B5D-DB9B-4ADE-A33C-D932441B82F4}"/>
              </a:ext>
            </a:extLst>
          </p:cNvPr>
          <p:cNvPicPr>
            <a:picLocks noChangeAspect="1"/>
          </p:cNvPicPr>
          <p:nvPr/>
        </p:nvPicPr>
        <p:blipFill>
          <a:blip r:embed="rIdReport101"/>
          <a:stretch>
            <a:fillRect/>
          </a:stretch>
        </p:blipFill>
        <p:spPr>
          <a:xfrm>
            <a:off x="2124456" y="1600200"/>
            <a:ext cx="5169408" cy="2907792"/>
          </a:xfrm>
          <a:prstGeom prst="rect">
            <a:avLst/>
          </a:prstGeom>
          <a:noFill/>
        </p:spPr>
      </p:pic>
      <p:sp>
        <p:nvSpPr>
          <p:cNvPr id="102" name="Report text 102"/>
          <p:cNvSpPr txBox="1"/>
          <p:nvPr/>
        </p:nvSpPr>
        <p:spPr>
          <a:xfrm>
            <a:off x="1828800" y="4581144"/>
            <a:ext cx="6400800" cy="256032"/>
          </a:xfrm>
        </p:spPr>
        <p:txBody>
          <a:bodyPr wrap="square" lIns="0" rIns="0" tIns="0" bIns="0"/>
          <a:lstStyle/>
          <a:p>
            <a:r>
              <a:rPr lang="fr-FR" sz="1200">
                <a:solidFill>
                  <a:srgbClr val="44546A"/>
                </a:solidFill>
                <a:latin typeface="Dosis"/>
              </a:rPr>
              <a:t>Interfaces présentées dans le rapport : carte, alertes et jauge</a:t>
            </a:r>
          </a:p>
        </p:txBody>
      </p:sp>
    </p:spTree>
    <p:extLst>
      <p:ext uri="{38AEAB97-9DD3-4E68-8870-7631AAB84EA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3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44B7B844-F0B5-4599-BD30-468F82EBD58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09F6674-7A86-4F50-AE30-FAA85C24DE87}"/>
              </a:ext>
            </a:extLst>
          </p:cNvPr>
          <p:cNvPicPr>
            <a:picLocks noGrp="1"/>
          </p:cNvPicPr>
          <p:nvPr>
            <p:ph type="pic"/>
          </p:nvPr>
        </p:nvPicPr>
        <p:blipFill>
          <a:blip r:embed="rId3"/>
          <a:srcRect l="-426" r="-426"/>
          <a:stretch>
            <a:fillRect/>
          </a:stretch>
        </p:blipFill>
        <p:spPr>
          <a:xfrm>
            <a:off x="5283719" y="337279"/>
            <a:ext cx="3609196" cy="3578739"/>
          </a:xfrm>
          <a:noFill/>
        </p:spPr>
      </p:pic>
      <p:sp>
        <p:nvSpPr>
          <p:cNvPr id="3" name="Title 1">
            <a:extLst>
              <a:ext uri="{ED0D3875-CBB1-463F-9A05-44E4F770EBB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8D593A6-9641-435D-98A8-FDEC587F7D77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5" y="330993"/>
            <a:ext cx="4349353" cy="598217"/>
          </a:xfrm>
        </p:spPr>
        <p:txBody>
          <a:bodyPr vert="horz" rtlCol="0">
            <a:normAutofit lnSpcReduction="10000"/>
          </a:bodyPr>
          <a:lstStyle/>
          <a:p>
            <a:r>
              <a:rPr lang="fr-FR"/>
              <a:t>Conclusion et perspectives</a:t>
            </a:r>
          </a:p>
        </p:txBody>
      </p:sp>
      <p:sp>
        <p:nvSpPr>
          <p:cNvPr id="4" name="Date Placeholder 1">
            <a:extLst>
              <a:ext uri="{D6EBF76C-7419-46F2-AAAA-83A10EF06F2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5997A85-8158-4D6C-A36D-F2D55AD478FD}"/>
              </a:ext>
            </a:extLst>
          </p:cNvPr>
          <p:cNvSpPr>
            <a:spLocks noGrp="1"/>
          </p:cNvSpPr>
          <p:nvPr>
            <p:ph type="dt" sz="half" idx="9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5" name="Slide Number Placeholder 5">
            <a:extLst>
              <a:ext uri="{3203A6F5-B470-4BCB-914A-20B43945B8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C08403-45C5-44AB-9C1D-B570F3BBC16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lvl="0" algn="ctr"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26</a:t>
            </a:r>
            <a:endParaRPr lang="en-US" dirty="0"/>
          </a:p>
        </p:txBody>
      </p:sp>
      <p:sp>
        <p:nvSpPr>
          <p:cNvPr id="6" name="Footer Placeholder 1">
            <a:extLst>
              <a:ext uri="{EE00EB88-5638-4540-9722-5BB2C358E3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E72613-5795-4EB0-A163-54A2D8C1FA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sp>
        <p:nvSpPr>
          <p:cNvPr id="7" name="TextBox 6">
            <a:extLst>
              <a:ext uri="{7E012EA4-CD8F-49D8-A51A-E98A592071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F33887-6A61-493E-8014-B19B7014247F}"/>
              </a:ext>
            </a:extLst>
          </p:cNvPr>
          <p:cNvSpPr txBox="1"/>
          <p:nvPr/>
        </p:nvSpPr>
        <p:spPr>
          <a:xfrm>
            <a:off x="762000" y="1354026"/>
            <a:ext cx="4307329" cy="3297056"/>
          </a:xfrm>
          <a:prstGeom prst="rect">
            <a:avLst/>
          </a:prstGeom>
        </p:spPr>
        <p:txBody>
          <a:bodyPr vert="horz" lIns="95250" tIns="47625" rIns="95250" bIns="47625" rtlCol="0" anchor="t">
            <a:spAutoFit/>
          </a:bodyPr>
          <a:lstStyle/>
          <a:p>
            <a:pPr marL="342900" indent="-342900" algn="l">
              <a:buFont typeface="Arial"/>
              <a:buChar char="•"/>
              <a:defRPr lang="en-US" sz="1400" dirty="0"/>
            </a:pPr>
            <a:r>
              <a:rPr lang="fr-FR" sz="1600">
                <a:latin typeface="Söhne"/>
              </a:rPr>
              <a:t>Une base commune relie la configuration des capteurs aux cartes, mesures, historiques et alertes. Flutter et ASP.NET Core structurent la solution, avec SQL Server et PostgreSQL.</a:t>
            </a:r>
          </a:p>
          <a:p>
            <a:pPr marL="342900" indent="-342900" algn="l">
              <a:buFont typeface="Arial"/>
              <a:buChar char="•"/>
              <a:defRPr lang="en-US" sz="1400" dirty="0"/>
            </a:pPr>
            <a:r>
              <a:rPr lang="fr-FR" sz="1600">
                <a:latin typeface="Söhne"/>
              </a:rPr>
              <a:t>Perspectives : élargir les tests, compléter l’ingestion et exécuter la chaîne CI/CD. Les gains opérationnels restent à mesurer en conditions réelles.</a:t>
            </a:r>
          </a:p>
        </p:txBody>
      </p:sp>
    </p:spTree>
    <p:extLst>
      <p:ext uri="{3B570444-3958-43D9-99FC-FFA963EEC66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3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D9FDBE69-D5F6-45F8-99AD-C9EB714AA83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C23D5D3-25C8-44BB-A026-4303EADA8B8A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115615" y="1943966"/>
            <a:ext cx="5076434" cy="1004801"/>
          </a:xfrm>
        </p:spPr>
        <p:txBody>
          <a:bodyPr rtlCol="0"/>
          <a:lstStyle/>
          <a:p>
            <a:r>
              <a:rPr lang="fr-FR" sz="4800"/>
              <a:t>Merci pour votre attention</a:t>
            </a:r>
          </a:p>
        </p:txBody>
      </p:sp>
      <p:sp>
        <p:nvSpPr>
          <p:cNvPr id="3" name="Slide Number Placeholder 5">
            <a:extLst>
              <a:ext uri="{C9697464-AA5F-40F2-A75E-47308ED7AC6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81352DD-A337-41CF-B7D9-11E3BF505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 rtlCol="0"/>
          <a:lstStyle/>
          <a:p>
            <a:r>
              <a:rPr/>
              <a:t>27</a:t>
            </a:r>
            <a:endParaRPr lang="en-US" dirty="0"/>
          </a:p>
        </p:txBody>
      </p:sp>
      <p:sp>
        <p:nvSpPr>
          <p:cNvPr id="4" name="Date Placeholder 1">
            <a:extLst>
              <a:ext uri="{858F8DBB-20F6-493C-8F5D-1FAFBDE832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C10FCF-B52B-454F-8AF0-2785F2D9D798}"/>
              </a:ext>
            </a:extLst>
          </p:cNvPr>
          <p:cNvSpPr>
            <a:spLocks noGrp="1"/>
          </p:cNvSpPr>
          <p:nvPr>
            <p:ph type="dt" sz="half" idx="4"/>
          </p:nvPr>
        </p:nvSpPr>
        <p:spPr/>
        <p:txBody>
          <a:bodyPr rtlCol="0"/>
          <a:lstStyle/>
          <a:p>
            <a:r>
              <a:rPr lang="fr-FR"/>
              <a:t>2025–2026</a:t>
            </a:r>
          </a:p>
        </p:txBody>
      </p:sp>
      <p:sp>
        <p:nvSpPr>
          <p:cNvPr id="5" name="Footer Placeholder 1">
            <a:extLst>
              <a:ext uri="{318924A8-6129-4228-AB9B-5CDB95CBA6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A3A3BB-2C7F-4A19-8772-5E57C670674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 rtlCol="0"/>
          <a:lstStyle/>
          <a:p>
            <a:r>
              <a:rPr lang="fr-FR" err="1"/>
              <a:t>CST — Supervision de capteurs</a:t>
            </a:r>
          </a:p>
        </p:txBody>
      </p:sp>
      <p:pic>
        <p:nvPicPr>
          <p:cNvPr id="6" name="Report figure" descr="Figure extraite du rapport de Mohamed Imem Hamdi">
            <a:extLst>
              <a:ext uri="{CC69AB2C-9401-45FA-A1E9-5DE40ED6C2A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0E07DC-AB98-4F2B-BBA2-83407C38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2245738"/>
            <a:ext cx="2651760" cy="903484"/>
          </a:xfrm>
          <a:prstGeom prst="rect">
            <a:avLst/>
          </a:prstGeom>
          <a:noFill/>
          <a:effectLst>
            <a:outerShdw blurRad="50800" dist="95250" dir="2700000">
              <a:srgbClr val="3F3F3F">
                <a:alpha val="39999"/>
              </a:srgbClr>
            </a:outerShdw>
            <a:reflection stA="48000" endPos="35000" sy="-100000" algn="bl" rotWithShape="0"/>
          </a:effectLst>
        </p:spPr>
      </p:pic>
    </p:spTree>
    <p:extLst>
      <p:ext uri="{F4E85EC0-9D1B-47E5-9E75-0D37A78C0329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3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5C7302C-90E1-411D-95F7-C92C0880526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3D663A-82B3-4BCD-AA2C-D39AA150820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115568" y="896112"/>
            <a:ext cx="3566160" cy="640080"/>
          </a:xfrm>
        </p:spPr>
        <p:txBody>
          <a:bodyPr rtlCol="0"/>
          <a:lstStyle/>
          <a:p>
            <a:r>
              <a:rPr lang="fr-FR" sz="3200"/>
              <a:t>Projet et encadrement</a:t>
            </a:r>
          </a:p>
        </p:txBody>
      </p:sp>
      <p:sp>
        <p:nvSpPr>
          <p:cNvPr id="3" name="Text Placeholder 6">
            <a:extLst>
              <a:ext uri="{6C7F95AE-A7D9-41DF-B24A-9D83DEF815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2794CE-17F6-41D1-B675-A01D4055769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/>
          <a:lstStyle/>
          <a:p>
            <a:r>
              <a:rPr lang="fr-FR" sz="1400"/>
              <a:t>Mohamed Imem Hamdi</a:t>
            </a:r>
          </a:p>
          <a:p>
            <a:r>
              <a:rPr lang="fr-FR" sz="1400"/>
              <a:t>TEK-UP, 2025–2026</a:t>
            </a:r>
          </a:p>
        </p:txBody>
      </p:sp>
      <p:sp>
        <p:nvSpPr>
          <p:cNvPr id="4" name="Text Placeholder 7">
            <a:extLst>
              <a:ext uri="{8D77A165-DECB-4563-8E5F-8CF5BE73007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FE8126-2565-43DA-9495-A0881E71B0E7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 rtlCol="0"/>
          <a:lstStyle/>
          <a:p>
            <a:r>
              <a:rPr lang="fr-FR" sz="1400"/>
              <a:t>M. Yousef Lamouchi</a:t>
            </a:r>
          </a:p>
          <a:p>
            <a:r>
              <a:rPr lang="fr-FR" sz="1400"/>
              <a:t>Encadrant professionnel, CST</a:t>
            </a:r>
          </a:p>
        </p:txBody>
      </p:sp>
      <p:sp>
        <p:nvSpPr>
          <p:cNvPr id="5" name="Text Placeholder 8">
            <a:extLst>
              <a:ext uri="{649BBB3B-51BC-41E8-BE29-75A19357A1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6AE5B0-F0EE-48A4-82AA-AE1A526BEDB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rtlCol="0"/>
          <a:lstStyle/>
          <a:p>
            <a:r>
              <a:rPr lang="fr-FR" sz="1400"/>
              <a:t>M. Mohamed Alouani</a:t>
            </a:r>
          </a:p>
          <a:p>
            <a:r>
              <a:rPr lang="fr-FR" sz="1400"/>
              <a:t>Encadrant académique</a:t>
            </a:r>
          </a:p>
        </p:txBody>
      </p:sp>
      <p:pic>
        <p:nvPicPr>
          <p:cNvPr id="6" name="Picture Placeholder 28">
            <a:extLst>
              <a:ext uri="{84E10F5F-26C1-4B04-B924-A3EFF6D9139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1D8AE9-5B4D-4367-B318-6634873D77AB}"/>
              </a:ext>
            </a:extLst>
          </p:cNvPr>
          <p:cNvPicPr>
            <a:picLocks noGrp="1"/>
          </p:cNvPicPr>
          <p:nvPr>
            <p:ph type="pic" idx="11"/>
          </p:nvPr>
        </p:nvPicPr>
        <p:blipFill>
          <a:blip r:embed="rId2"/>
          <a:srcRect l="94" r="94"/>
          <a:stretch>
            <a:fillRect/>
          </a:stretch>
        </p:blipFill>
        <p:spPr>
          <a:xfrm>
            <a:off x="1108524" y="330993"/>
            <a:ext cx="390491" cy="383400"/>
          </a:xfrm>
          <a:noFill/>
        </p:spPr>
      </p:pic>
      <p:pic>
        <p:nvPicPr>
          <p:cNvPr id="7" name="Picture Placeholder 32">
            <a:extLst>
              <a:ext uri="{1F49F560-4E1E-4617-8CA2-F7788B7EA49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DAA45A8-358D-4FF4-A389-80029F40B54E}"/>
              </a:ext>
            </a:extLst>
          </p:cNvPr>
          <p:cNvPicPr>
            <a:picLocks noGrp="1" noChangeAspect="1"/>
          </p:cNvPicPr>
          <p:nvPr>
            <p:ph type="pic" idx="17"/>
          </p:nvPr>
        </p:nvPicPr>
        <p:blipFill>
          <a:blip r:embed="rId3"/>
          <a:srcRect/>
          <a:stretch>
            <a:fillRect/>
          </a:stretch>
        </p:blipFill>
        <p:spPr>
          <a:xfrm>
            <a:off x="4955143" y="3449945"/>
            <a:ext cx="514350" cy="514350"/>
          </a:xfrm>
          <a:noFill/>
        </p:spPr>
      </p:pic>
      <p:pic>
        <p:nvPicPr>
          <p:cNvPr id="8" name="Picture Placeholder 36">
            <a:extLst>
              <a:ext uri="{0B438DE4-7A53-40F4-8C18-45E73ACEB02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41C3D3-EAC4-4E8F-B250-C25D1FE275C0}"/>
              </a:ext>
            </a:extLst>
          </p:cNvPr>
          <p:cNvPicPr>
            <a:picLocks noGrp="1" noChangeAspect="1"/>
          </p:cNvPicPr>
          <p:nvPr>
            <p:ph type="pic" idx="18"/>
          </p:nvPr>
        </p:nvPicPr>
        <p:blipFill>
          <a:blip r:embed="rId4"/>
          <a:srcRect l="633" r="633"/>
          <a:stretch>
            <a:fillRect/>
          </a:stretch>
        </p:blipFill>
        <p:spPr>
          <a:xfrm>
            <a:off x="4955314" y="2220363"/>
            <a:ext cx="514350" cy="514350"/>
          </a:xfrm>
          <a:noFill/>
        </p:spPr>
      </p:pic>
      <p:pic>
        <p:nvPicPr>
          <p:cNvPr id="9" name="Picture Placeholder 51">
            <a:extLst>
              <a:ext uri="{2F484892-07B0-41E2-9672-4F2AC02C996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1DFAAE8-AA63-43BE-B8B0-EEE848D25AC8}"/>
              </a:ext>
            </a:extLst>
          </p:cNvPr>
          <p:cNvPicPr>
            <a:picLocks noGrp="1" noChangeAspect="1"/>
          </p:cNvPicPr>
          <p:nvPr>
            <p:ph type="pic" idx="19"/>
          </p:nvPr>
        </p:nvPicPr>
        <p:blipFill>
          <a:blip r:embed="rId5"/>
          <a:srcRect t="106" b="106"/>
          <a:stretch>
            <a:fillRect/>
          </a:stretch>
        </p:blipFill>
        <p:spPr>
          <a:xfrm>
            <a:off x="4962896" y="999210"/>
            <a:ext cx="514483" cy="513387"/>
          </a:xfrm>
          <a:noFill/>
        </p:spPr>
      </p:pic>
      <p:sp>
        <p:nvSpPr>
          <p:cNvPr id="10" name="Date Placeholder 1">
            <a:extLst>
              <a:ext uri="{C47AEA7B-2D63-416C-B05F-C052C736B5E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DA38D2-6ABE-4718-86B0-DFE8082188E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2025–2026</a:t>
            </a:r>
          </a:p>
        </p:txBody>
      </p:sp>
      <p:sp>
        <p:nvSpPr>
          <p:cNvPr id="11" name="Slide Number Placeholder 5">
            <a:extLst>
              <a:ext uri="{CD85A2AB-056F-4943-9171-56E76617825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E0DB86D-DA92-48EC-B41F-FEE6E1904F2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55983" y="4522009"/>
            <a:ext cx="389426" cy="1771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algn="ctr">
              <a:lnSpc>
                <a:spcPct val="100000"/>
              </a:lnSpc>
              <a:defRPr lang="en-US" sz="10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/>
              <a:t>28</a:t>
            </a:r>
            <a:endParaRPr lang="en-US" dirty="0"/>
          </a:p>
        </p:txBody>
      </p:sp>
      <p:sp>
        <p:nvSpPr>
          <p:cNvPr id="12" name="Footer Placeholder 1">
            <a:extLst>
              <a:ext uri="{2C5E0A30-0F79-4A4D-9CF2-267E7FE8E8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7E82DC-141B-4D02-AB20-1AF3A7264C1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CST — Supervision de capteurs</a:t>
            </a:r>
          </a:p>
        </p:txBody>
      </p:sp>
      <p:pic>
        <p:nvPicPr>
          <p:cNvPr id="13" name="Report figure" descr="Figure extraite du rapport de Mohamed Imem Hamdi">
            <a:extLst>
              <a:ext uri="{54B4A796-8791-4FB6-BCC8-E926A7D1599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FBCDB3-E986-495D-952C-2E48507E58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3987" y="533798"/>
            <a:ext cx="1041825" cy="354961"/>
          </a:xfrm>
          <a:prstGeom prst="rect">
            <a:avLst/>
          </a:prstGeom>
          <a:noFill/>
        </p:spPr>
      </p:pic>
    </p:spTree>
    <p:extLst>
      <p:ext uri="{19B13E2A-F68B-4F79-855C-AB86A37B1E0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8057343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FONT2" val="Dosis-demi_bol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WEIGHT:12:0:0" val="6"/>
  <p:tag name="FONTWEIGHT:13:0:0" val="6"/>
  <p:tag name="FONTWEIGHT:11:0:0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TTERNROTATE" val="45"/>
  <p:tag name="PATTERNFILL" val="{&quot;foreground&quot;: [{&quot;dim&quot;: {&quot;width&quot;: 2.0,&quot;height&quot;: 2.0},&quot;fill&quot;: {&quot;type&quot;: &quot;SOLID&quot;,&quot;solid&quot;: {&quot;color&quot;: {&quot;type&quot;: &quot;TX2&quot;,&quot;tweaks&quot;: {&quot;hsl&quot;: {&quot;luminance&quot;: [{&quot;mode&quot;: &quot;MODIFY&quot;,&quot;value&quot;: 0.4},{&quot;mode&quot;: &quot;OFFSET&quot;,&quot;value&quot;: 0.6}]}}}}},&quot;geom&quot;: {&quot;type&quot;: &quot;PRESET&quot;,&quot;preset&quot;: {&quot;type&quot;: &quot;RECT&quot;}}}],&quot;background&quot;: {&quot;type&quot;: &quot;SOLID&quot;,&quot;solid&quot;: {&quot;color&quot;: {&quot;type&quot;: &quot;BG1&quot;}}},&quot;distance&quot;: {&quot;left&quot;: 3.0,&quot;top&quot;: 3.0},&quot;preset&quot;: &quot;pct20&quot;,&quot;rotate&quot;: 45}"/>
</p:tagLst>
</file>

<file path=ppt/theme/theme1.xml><?xml version="1.0" encoding="utf-8"?>
<a:theme xmlns:a="http://schemas.openxmlformats.org/drawingml/2006/main" name="Office Theme">
  <a:themeElements>
    <a:clrScheme name="Zoho - Solar Panels">
      <a:dk1>
        <a:srgbClr val="44546A"/>
      </a:dk1>
      <a:lt1>
        <a:srgbClr val="FFFFFF"/>
      </a:lt1>
      <a:dk2>
        <a:srgbClr val="EBB814"/>
      </a:dk2>
      <a:lt2>
        <a:srgbClr val="017FD5"/>
      </a:lt2>
      <a:accent1>
        <a:srgbClr val="FC6328"/>
      </a:accent1>
      <a:accent2>
        <a:srgbClr val="FE2500"/>
      </a:accent2>
      <a:accent3>
        <a:srgbClr val="E14C95"/>
      </a:accent3>
      <a:accent4>
        <a:srgbClr val="61BAF0"/>
      </a:accent4>
      <a:accent5>
        <a:srgbClr val="444DA7"/>
      </a:accent5>
      <a:accent6>
        <a:srgbClr val="6B1A89"/>
      </a:accent6>
      <a:hlink>
        <a:srgbClr val="0563C1"/>
      </a:hlink>
      <a:folHlink>
        <a:srgbClr val="954F72"/>
      </a:folHlink>
    </a:clrScheme>
    <a:fontScheme name="Custom 10">
      <a:majorFont>
        <a:latin typeface="Yanone Kaffeesatz"/>
        <a:ea typeface=""/>
        <a:cs typeface=""/>
      </a:majorFont>
      <a:minorFont>
        <a:latin typeface="Dos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Zoho - Solar Panels">
      <a:dk1>
        <a:srgbClr val="44546A"/>
      </a:dk1>
      <a:lt1>
        <a:srgbClr val="FFFFFF"/>
      </a:lt1>
      <a:dk2>
        <a:srgbClr val="EBB814"/>
      </a:dk2>
      <a:lt2>
        <a:srgbClr val="017FD5"/>
      </a:lt2>
      <a:accent1>
        <a:srgbClr val="FC6328"/>
      </a:accent1>
      <a:accent2>
        <a:srgbClr val="FE2500"/>
      </a:accent2>
      <a:accent3>
        <a:srgbClr val="E14C95"/>
      </a:accent3>
      <a:accent4>
        <a:srgbClr val="61BAF0"/>
      </a:accent4>
      <a:accent5>
        <a:srgbClr val="444DA7"/>
      </a:accent5>
      <a:accent6>
        <a:srgbClr val="6B1A89"/>
      </a:accent6>
      <a:hlink>
        <a:srgbClr val="0563C1"/>
      </a:hlink>
      <a:folHlink>
        <a:srgbClr val="954F72"/>
      </a:folHlink>
    </a:clrScheme>
    <a:fontScheme name="Custom 10">
      <a:majorFont>
        <a:latin typeface="Yanone Kaffeesatz"/>
        <a:ea typeface=""/>
        <a:cs typeface=""/>
      </a:majorFont>
      <a:minorFont>
        <a:latin typeface="Dos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1233</Words>
  <Application>Microsoft Office PowerPoint</Application>
  <PresentationFormat>Affichage à l'écran (16:9)</PresentationFormat>
  <Paragraphs>205</Paragraphs>
  <Slides>28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Dosis-demi_bold</vt:lpstr>
      <vt:lpstr>Söhne</vt:lpstr>
      <vt:lpstr>sans-serif</vt:lpstr>
      <vt:lpstr>Old Standard TT</vt:lpstr>
      <vt:lpstr>Yanone Kaffeesatz</vt:lpstr>
      <vt:lpstr>Alegreya</vt:lpstr>
      <vt:lpstr>Dosis</vt:lpstr>
      <vt:lpstr>Office Theme</vt:lpstr>
      <vt:lpstr>Kripton Talent</vt:lpstr>
      <vt:lpstr>Plan</vt:lpstr>
      <vt:lpstr>Introduction</vt:lpstr>
      <vt:lpstr>Organisme d’accueil</vt:lpstr>
      <vt:lpstr>Secteurs d'activité de l'entreprise</vt:lpstr>
      <vt:lpstr>Contexte de projet</vt:lpstr>
      <vt:lpstr>Description du projet</vt:lpstr>
      <vt:lpstr>Problématique</vt:lpstr>
      <vt:lpstr>Valeur ajoutée</vt:lpstr>
      <vt:lpstr>Étude comparative</vt:lpstr>
      <vt:lpstr>Spécification des besoins</vt:lpstr>
      <vt:lpstr>Acteurs</vt:lpstr>
      <vt:lpstr>Besoins fonctionnels </vt:lpstr>
      <vt:lpstr>Diagramme de cas d'utilisation global</vt:lpstr>
      <vt:lpstr>Diagramme de classes global</vt:lpstr>
      <vt:lpstr>Besoins non fonctionnels</vt:lpstr>
      <vt:lpstr>Plan du projet</vt:lpstr>
      <vt:lpstr>Méthodologie de travail </vt:lpstr>
      <vt:lpstr>Planification des sprints</vt:lpstr>
      <vt:lpstr>Architecture micro-services</vt:lpstr>
      <vt:lpstr>Architecture Devops</vt:lpstr>
      <vt:lpstr>Pipeline DevOps</vt:lpstr>
      <vt:lpstr>Réalisation</vt:lpstr>
      <vt:lpstr>Technologies</vt:lpstr>
      <vt:lpstr>DEMO</vt:lpstr>
      <vt:lpstr>Conclusion et perspectives</vt:lpstr>
      <vt:lpstr>Merci pour votre attention</vt:lpstr>
      <vt:lpstr>Contact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Supervision de capteurs — Mohamed Imem Hamdi</dc:title>
  <dc:creator>Mohamed Imem Hamdi</dc:creator>
  <cp:lastModifiedBy>Mohamed Imem Hamdi</cp:lastModifiedBy>
  <cp:revision>7</cp:revision>
  <dcterms:created xsi:type="dcterms:W3CDTF">2023-07-02T02:11:40Z</dcterms:created>
  <dcterms:modified xsi:type="dcterms:W3CDTF">2023-07-08T17:06:18Z</dcterms:modified>
</cp:coreProperties>
</file>